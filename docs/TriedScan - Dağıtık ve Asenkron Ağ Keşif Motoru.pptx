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Liter" charset="-122" pitchFamily="34"/>
      <p:regular r:id="rId15"/>
    </p:embeddedFont>
    <p:embeddedFont>
      <p:font typeface="Quattrocento Sans" charset="-122" pitchFamily="34"/>
      <p:regular r:id="rId16"/>
    </p:embeddedFont>
    <p:embeddedFont>
      <p:font typeface="Jersey 15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f8bf8d5bbe76bcfedbb947e1d6b45f16d9b590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514600" cy="495300"/>
          </a:xfrm>
          <a:custGeom>
            <a:avLst/>
            <a:gdLst/>
            <a:ahLst/>
            <a:cxnLst/>
            <a:rect l="l" t="t" r="r" b="b"/>
            <a:pathLst>
              <a:path w="2514600" h="495300">
                <a:moveTo>
                  <a:pt x="76202" y="0"/>
                </a:moveTo>
                <a:lnTo>
                  <a:pt x="2438398" y="0"/>
                </a:lnTo>
                <a:cubicBezTo>
                  <a:pt x="2480483" y="0"/>
                  <a:pt x="2514600" y="34117"/>
                  <a:pt x="2514600" y="76202"/>
                </a:cubicBezTo>
                <a:lnTo>
                  <a:pt x="2514600" y="419098"/>
                </a:lnTo>
                <a:cubicBezTo>
                  <a:pt x="2514600" y="461183"/>
                  <a:pt x="2480483" y="495300"/>
                  <a:pt x="2438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490538"/>
            <a:ext cx="21534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AÇIK KAYNAK PROJE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168063" y="381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cubicBezTo>
                  <a:pt x="290885" y="0"/>
                  <a:pt x="296019" y="1116"/>
                  <a:pt x="300707" y="3237"/>
                </a:cubicBezTo>
                <a:lnTo>
                  <a:pt x="511001" y="92422"/>
                </a:lnTo>
                <a:cubicBezTo>
                  <a:pt x="535558" y="102803"/>
                  <a:pt x="553864" y="127025"/>
                  <a:pt x="553752" y="156270"/>
                </a:cubicBezTo>
                <a:cubicBezTo>
                  <a:pt x="553194" y="266998"/>
                  <a:pt x="507653" y="469590"/>
                  <a:pt x="315330" y="561677"/>
                </a:cubicBezTo>
                <a:cubicBezTo>
                  <a:pt x="296689" y="570607"/>
                  <a:pt x="275034" y="570607"/>
                  <a:pt x="256394" y="561677"/>
                </a:cubicBezTo>
                <a:cubicBezTo>
                  <a:pt x="63959" y="469590"/>
                  <a:pt x="18529" y="266998"/>
                  <a:pt x="17971" y="156270"/>
                </a:cubicBezTo>
                <a:cubicBezTo>
                  <a:pt x="17859" y="127025"/>
                  <a:pt x="36165" y="102803"/>
                  <a:pt x="60722" y="92422"/>
                </a:cubicBezTo>
                <a:lnTo>
                  <a:pt x="270904" y="3237"/>
                </a:lnTo>
                <a:cubicBezTo>
                  <a:pt x="275592" y="1116"/>
                  <a:pt x="280615" y="0"/>
                  <a:pt x="285750" y="0"/>
                </a:cubicBezTo>
                <a:close/>
                <a:moveTo>
                  <a:pt x="285750" y="74563"/>
                </a:moveTo>
                <a:lnTo>
                  <a:pt x="285750" y="496602"/>
                </a:lnTo>
                <a:cubicBezTo>
                  <a:pt x="439787" y="422039"/>
                  <a:pt x="481199" y="256840"/>
                  <a:pt x="482203" y="157944"/>
                </a:cubicBezTo>
                <a:lnTo>
                  <a:pt x="285750" y="74675"/>
                </a:lnTo>
                <a:lnTo>
                  <a:pt x="285750" y="74675"/>
                </a:lnTo>
                <a:close/>
              </a:path>
            </a:pathLst>
          </a:custGeom>
          <a:solidFill>
            <a:srgbClr val="3B82F6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1731169"/>
            <a:ext cx="1188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Tried</a:t>
            </a:r>
            <a:pPr>
              <a:lnSpc>
                <a:spcPct val="100000"/>
              </a:lnSpc>
            </a:pPr>
            <a:r>
              <a:rPr lang="en-US" sz="7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102769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F97316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1000" y="3445669"/>
            <a:ext cx="116014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Dağıtık ve Asenkron Ağ Keşif Motoru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4231481"/>
            <a:ext cx="8515350" cy="1200150"/>
          </a:xfrm>
          <a:custGeom>
            <a:avLst/>
            <a:gdLst/>
            <a:ahLst/>
            <a:cxnLst/>
            <a:rect l="l" t="t" r="r" b="b"/>
            <a:pathLst>
              <a:path w="8515350" h="1200150">
                <a:moveTo>
                  <a:pt x="0" y="0"/>
                </a:moveTo>
                <a:lnTo>
                  <a:pt x="8439152" y="0"/>
                </a:lnTo>
                <a:cubicBezTo>
                  <a:pt x="8481235" y="0"/>
                  <a:pt x="8515350" y="34115"/>
                  <a:pt x="8515350" y="76198"/>
                </a:cubicBezTo>
                <a:lnTo>
                  <a:pt x="8515350" y="1123952"/>
                </a:lnTo>
                <a:cubicBezTo>
                  <a:pt x="8515350" y="1166035"/>
                  <a:pt x="8481235" y="1200150"/>
                  <a:pt x="8439152" y="1200150"/>
                </a:cubicBez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8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00050" y="4231481"/>
            <a:ext cx="38100" cy="1200150"/>
          </a:xfrm>
          <a:custGeom>
            <a:avLst/>
            <a:gdLst/>
            <a:ahLst/>
            <a:cxnLst/>
            <a:rect l="l" t="t" r="r" b="b"/>
            <a:pathLst>
              <a:path w="38100" h="1200150">
                <a:moveTo>
                  <a:pt x="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647700" y="4460081"/>
            <a:ext cx="815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"Geleneksel tarama araçları büyük ağlarda neden çöker ve biz bunu nasıl çözdük?"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5288" y="6229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819150" y="621030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Siber Güvenlik Projesi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635" y="6210300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/>
              </a:gs>
              <a:gs pos="100000">
                <a:srgbClr val="F9731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45306" y="619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3495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87630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Neden Böyle Bir Araca İhtiyaç Duydum?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376363"/>
            <a:ext cx="3676650" cy="2324100"/>
          </a:xfrm>
          <a:custGeom>
            <a:avLst/>
            <a:gdLst/>
            <a:ahLst/>
            <a:cxnLst/>
            <a:rect l="l" t="t" r="r" b="b"/>
            <a:pathLst>
              <a:path w="3676650" h="2324100">
                <a:moveTo>
                  <a:pt x="114299" y="0"/>
                </a:moveTo>
                <a:lnTo>
                  <a:pt x="3562351" y="0"/>
                </a:lnTo>
                <a:cubicBezTo>
                  <a:pt x="3625476" y="0"/>
                  <a:pt x="3676650" y="51174"/>
                  <a:pt x="3676650" y="114299"/>
                </a:cubicBezTo>
                <a:lnTo>
                  <a:pt x="3676650" y="2209801"/>
                </a:lnTo>
                <a:cubicBezTo>
                  <a:pt x="3676650" y="2272926"/>
                  <a:pt x="3625476" y="2324100"/>
                  <a:pt x="3562351" y="2324100"/>
                </a:cubicBezTo>
                <a:lnTo>
                  <a:pt x="114299" y="2324100"/>
                </a:lnTo>
                <a:cubicBezTo>
                  <a:pt x="51174" y="2324100"/>
                  <a:pt x="0" y="2272926"/>
                  <a:pt x="0" y="220980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53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647825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Yavaşlık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181225"/>
            <a:ext cx="33718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Düz Nmap taramaları büyük IP bloklarında (/16, /24) çok yavaş kalıyor.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890838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" y="2890838"/>
            <a:ext cx="335280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/16 = 65,536 IP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/24 = 256 IP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9263" y="1376363"/>
            <a:ext cx="3676650" cy="2324100"/>
          </a:xfrm>
          <a:custGeom>
            <a:avLst/>
            <a:gdLst/>
            <a:ahLst/>
            <a:cxnLst/>
            <a:rect l="l" t="t" r="r" b="b"/>
            <a:pathLst>
              <a:path w="3676650" h="2324100">
                <a:moveTo>
                  <a:pt x="114299" y="0"/>
                </a:moveTo>
                <a:lnTo>
                  <a:pt x="3562351" y="0"/>
                </a:lnTo>
                <a:cubicBezTo>
                  <a:pt x="3625476" y="0"/>
                  <a:pt x="3676650" y="51174"/>
                  <a:pt x="3676650" y="114299"/>
                </a:cubicBezTo>
                <a:lnTo>
                  <a:pt x="3676650" y="2209801"/>
                </a:lnTo>
                <a:cubicBezTo>
                  <a:pt x="3676650" y="2272926"/>
                  <a:pt x="3625476" y="2324100"/>
                  <a:pt x="3562351" y="2324100"/>
                </a:cubicBezTo>
                <a:lnTo>
                  <a:pt x="114299" y="2324100"/>
                </a:lnTo>
                <a:cubicBezTo>
                  <a:pt x="51174" y="2324100"/>
                  <a:pt x="0" y="2272926"/>
                  <a:pt x="0" y="220980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45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688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6025" y="1647825"/>
            <a:ext cx="1343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Paket Kaybı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54525" y="2181225"/>
            <a:ext cx="33718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Agresif taramalarda NAT tabloları şişiyor, açık portlar "Filtered" görünüyor.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54525" y="2890838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4454525" y="2890838"/>
            <a:ext cx="335280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444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Packet Drop &gt; 30%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444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False Negative Risk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2762" y="1376363"/>
            <a:ext cx="3676650" cy="2324100"/>
          </a:xfrm>
          <a:custGeom>
            <a:avLst/>
            <a:gdLst/>
            <a:ahLst/>
            <a:cxnLst/>
            <a:rect l="l" t="t" r="r" b="b"/>
            <a:pathLst>
              <a:path w="3676650" h="2324100">
                <a:moveTo>
                  <a:pt x="114299" y="0"/>
                </a:moveTo>
                <a:lnTo>
                  <a:pt x="3562351" y="0"/>
                </a:lnTo>
                <a:cubicBezTo>
                  <a:pt x="3625476" y="0"/>
                  <a:pt x="3676650" y="51174"/>
                  <a:pt x="3676650" y="114299"/>
                </a:cubicBezTo>
                <a:lnTo>
                  <a:pt x="3676650" y="2209801"/>
                </a:lnTo>
                <a:cubicBezTo>
                  <a:pt x="3676650" y="2272926"/>
                  <a:pt x="3625476" y="2324100"/>
                  <a:pt x="3562351" y="2324100"/>
                </a:cubicBezTo>
                <a:lnTo>
                  <a:pt x="114299" y="2324100"/>
                </a:lnTo>
                <a:cubicBezTo>
                  <a:pt x="51174" y="2324100"/>
                  <a:pt x="0" y="2272926"/>
                  <a:pt x="0" y="220980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80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423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8899525" y="1647825"/>
            <a:ext cx="781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Tespit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8025" y="2181225"/>
            <a:ext cx="33718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Ardışık IP taramaları IDS/IPS ve Güvenlik Duvarları tarafından anında banlanıyor.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28025" y="2890838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8328025" y="2890838"/>
            <a:ext cx="335280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IDS/IPS Alert!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IP Blocked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3933825"/>
            <a:ext cx="11420475" cy="1371600"/>
          </a:xfrm>
          <a:custGeom>
            <a:avLst/>
            <a:gdLst/>
            <a:ahLst/>
            <a:cxnLst/>
            <a:rect l="l" t="t" r="r" b="b"/>
            <a:pathLst>
              <a:path w="11420475" h="1371600">
                <a:moveTo>
                  <a:pt x="114295" y="0"/>
                </a:moveTo>
                <a:lnTo>
                  <a:pt x="11306180" y="0"/>
                </a:lnTo>
                <a:cubicBezTo>
                  <a:pt x="11369261" y="0"/>
                  <a:pt x="11420475" y="51214"/>
                  <a:pt x="11420475" y="114295"/>
                </a:cubicBezTo>
                <a:lnTo>
                  <a:pt x="11420475" y="1257305"/>
                </a:lnTo>
                <a:cubicBezTo>
                  <a:pt x="11420475" y="1320386"/>
                  <a:pt x="11369261" y="1371600"/>
                  <a:pt x="1130618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1E293B">
                  <a:alpha val="4000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263" y="4167188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984568" y="4129088"/>
            <a:ext cx="1074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Konuşmacı Notu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4568" y="4548188"/>
            <a:ext cx="10715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"Büyük bir kurumsal ağda penetration test yaparken, Nmap ile /16 blok taramak saatler sürdü. Daha kötüsü, agresif tarama yaptığımda modemin NAT tablosu şişti ve açık portları kapalı zannettim. Bu deneyim, TriedScan fikrinin doğmasına yol açtı."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60398" y="6348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32" name="Text 30"/>
          <p:cNvSpPr/>
          <p:nvPr/>
        </p:nvSpPr>
        <p:spPr>
          <a:xfrm>
            <a:off x="8488998" y="63246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Görsel: Problem diyagramı - 3 sütunlu karşılaştırma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81025" y="6191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1876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87630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TriedScan Yaklaşımı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376363"/>
            <a:ext cx="5591175" cy="3095625"/>
          </a:xfrm>
          <a:custGeom>
            <a:avLst/>
            <a:gdLst/>
            <a:ahLst/>
            <a:cxnLst/>
            <a:rect l="l" t="t" r="r" b="b"/>
            <a:pathLst>
              <a:path w="5591175" h="3095625">
                <a:moveTo>
                  <a:pt x="114290" y="0"/>
                </a:moveTo>
                <a:lnTo>
                  <a:pt x="5476885" y="0"/>
                </a:lnTo>
                <a:cubicBezTo>
                  <a:pt x="5540005" y="0"/>
                  <a:pt x="5591175" y="51170"/>
                  <a:pt x="5591175" y="114290"/>
                </a:cubicBezTo>
                <a:lnTo>
                  <a:pt x="5591175" y="2981335"/>
                </a:lnTo>
                <a:cubicBezTo>
                  <a:pt x="5591175" y="3044455"/>
                  <a:pt x="5540005" y="3095625"/>
                  <a:pt x="5476885" y="3095625"/>
                </a:cubicBezTo>
                <a:lnTo>
                  <a:pt x="114290" y="3095625"/>
                </a:lnTo>
                <a:cubicBezTo>
                  <a:pt x="51170" y="3095625"/>
                  <a:pt x="0" y="3044455"/>
                  <a:pt x="0" y="29813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1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3191" y="17335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1704975"/>
            <a:ext cx="1933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Hibrit Tarama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371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39457" y="2409825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8225" y="2333625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RustScan ile Ön Keşif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8225" y="2638425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Saniyeler içinde tüm portları hızlıca tara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76575" y="30956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125" y="3648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25646" y="36861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8225" y="360997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Nmap'e Devret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8225" y="391477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Sadece açık portları detaylı analiz 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1376363"/>
            <a:ext cx="5591175" cy="3095625"/>
          </a:xfrm>
          <a:custGeom>
            <a:avLst/>
            <a:gdLst/>
            <a:ahLst/>
            <a:cxnLst/>
            <a:rect l="l" t="t" r="r" b="b"/>
            <a:pathLst>
              <a:path w="5591175" h="3095625">
                <a:moveTo>
                  <a:pt x="114290" y="0"/>
                </a:moveTo>
                <a:lnTo>
                  <a:pt x="5476885" y="0"/>
                </a:lnTo>
                <a:cubicBezTo>
                  <a:pt x="5540005" y="0"/>
                  <a:pt x="5591175" y="51170"/>
                  <a:pt x="5591175" y="114290"/>
                </a:cubicBezTo>
                <a:lnTo>
                  <a:pt x="5591175" y="2981335"/>
                </a:lnTo>
                <a:cubicBezTo>
                  <a:pt x="5591175" y="3044455"/>
                  <a:pt x="5540005" y="3095625"/>
                  <a:pt x="5476885" y="3095625"/>
                </a:cubicBezTo>
                <a:lnTo>
                  <a:pt x="114290" y="3095625"/>
                </a:lnTo>
                <a:cubicBezTo>
                  <a:pt x="51170" y="3095625"/>
                  <a:pt x="0" y="3044455"/>
                  <a:pt x="0" y="29813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84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74631" y="1733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96125" y="1704975"/>
            <a:ext cx="2047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Dağıtık Mimari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67475" y="2333625"/>
            <a:ext cx="5105400" cy="876300"/>
          </a:xfrm>
          <a:custGeom>
            <a:avLst/>
            <a:gdLst/>
            <a:ahLst/>
            <a:cxnLst/>
            <a:rect l="l" t="t" r="r" b="b"/>
            <a:pathLst>
              <a:path w="5105400" h="876300">
                <a:moveTo>
                  <a:pt x="38100" y="0"/>
                </a:moveTo>
                <a:lnTo>
                  <a:pt x="5029197" y="0"/>
                </a:lnTo>
                <a:cubicBezTo>
                  <a:pt x="5071283" y="0"/>
                  <a:pt x="5105400" y="34117"/>
                  <a:pt x="5105400" y="76203"/>
                </a:cubicBezTo>
                <a:lnTo>
                  <a:pt x="5105400" y="800097"/>
                </a:lnTo>
                <a:cubicBezTo>
                  <a:pt x="5105400" y="842183"/>
                  <a:pt x="5071283" y="876300"/>
                  <a:pt x="50291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67475" y="2333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2022" y="252888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915150" y="2486025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Çoklu İşçi (Workers)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38925" y="282892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Birbirinden bağımsız çalışan işçiler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67475" y="3362325"/>
            <a:ext cx="5105400" cy="876300"/>
          </a:xfrm>
          <a:custGeom>
            <a:avLst/>
            <a:gdLst/>
            <a:ahLst/>
            <a:cxnLst/>
            <a:rect l="l" t="t" r="r" b="b"/>
            <a:pathLst>
              <a:path w="5105400" h="876300">
                <a:moveTo>
                  <a:pt x="38100" y="0"/>
                </a:moveTo>
                <a:lnTo>
                  <a:pt x="5029197" y="0"/>
                </a:lnTo>
                <a:cubicBezTo>
                  <a:pt x="5071283" y="0"/>
                  <a:pt x="5105400" y="34117"/>
                  <a:pt x="5105400" y="76203"/>
                </a:cubicBezTo>
                <a:lnTo>
                  <a:pt x="5105400" y="800097"/>
                </a:lnTo>
                <a:cubicBezTo>
                  <a:pt x="5105400" y="842183"/>
                  <a:pt x="5071283" y="876300"/>
                  <a:pt x="50291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7475" y="33623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662738" y="35575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915150" y="3514725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Koordinasyon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38925" y="385762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Merkezi yönetim, dağıtık çalışma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0525" y="4714875"/>
            <a:ext cx="11410950" cy="1552575"/>
          </a:xfrm>
          <a:custGeom>
            <a:avLst/>
            <a:gdLst/>
            <a:ahLst/>
            <a:cxnLst/>
            <a:rect l="l" t="t" r="r" b="b"/>
            <a:pathLst>
              <a:path w="11410950" h="1552575">
                <a:moveTo>
                  <a:pt x="114301" y="0"/>
                </a:moveTo>
                <a:lnTo>
                  <a:pt x="11296649" y="0"/>
                </a:lnTo>
                <a:cubicBezTo>
                  <a:pt x="11359776" y="0"/>
                  <a:pt x="11410950" y="51174"/>
                  <a:pt x="11410950" y="114301"/>
                </a:cubicBezTo>
                <a:lnTo>
                  <a:pt x="11410950" y="1438274"/>
                </a:lnTo>
                <a:cubicBezTo>
                  <a:pt x="11410950" y="1501401"/>
                  <a:pt x="11359776" y="1552575"/>
                  <a:pt x="11296649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5000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254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" y="51101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5" name="Shape 33"/>
          <p:cNvSpPr/>
          <p:nvPr/>
        </p:nvSpPr>
        <p:spPr>
          <a:xfrm>
            <a:off x="881063" y="5319713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28588" y="-21431"/>
                </a:moveTo>
                <a:cubicBezTo>
                  <a:pt x="199579" y="-21431"/>
                  <a:pt x="257175" y="36165"/>
                  <a:pt x="257175" y="107156"/>
                </a:cubicBezTo>
                <a:lnTo>
                  <a:pt x="257175" y="196565"/>
                </a:lnTo>
                <a:cubicBezTo>
                  <a:pt x="257175" y="207950"/>
                  <a:pt x="252621" y="218800"/>
                  <a:pt x="244651" y="226836"/>
                </a:cubicBezTo>
                <a:lnTo>
                  <a:pt x="214313" y="257175"/>
                </a:lnTo>
                <a:lnTo>
                  <a:pt x="248335" y="291130"/>
                </a:lnTo>
                <a:cubicBezTo>
                  <a:pt x="254027" y="296823"/>
                  <a:pt x="257175" y="304525"/>
                  <a:pt x="257175" y="312561"/>
                </a:cubicBezTo>
                <a:cubicBezTo>
                  <a:pt x="257175" y="329305"/>
                  <a:pt x="243580" y="342833"/>
                  <a:pt x="226903" y="342900"/>
                </a:cubicBezTo>
                <a:lnTo>
                  <a:pt x="30339" y="342900"/>
                </a:lnTo>
                <a:cubicBezTo>
                  <a:pt x="13595" y="342900"/>
                  <a:pt x="67" y="329305"/>
                  <a:pt x="67" y="312561"/>
                </a:cubicBezTo>
                <a:cubicBezTo>
                  <a:pt x="67" y="304525"/>
                  <a:pt x="3282" y="296823"/>
                  <a:pt x="8907" y="291130"/>
                </a:cubicBezTo>
                <a:lnTo>
                  <a:pt x="42863" y="257175"/>
                </a:lnTo>
                <a:lnTo>
                  <a:pt x="42863" y="234002"/>
                </a:lnTo>
                <a:cubicBezTo>
                  <a:pt x="42863" y="221479"/>
                  <a:pt x="48354" y="209624"/>
                  <a:pt x="57797" y="201454"/>
                </a:cubicBezTo>
                <a:lnTo>
                  <a:pt x="117872" y="150019"/>
                </a:lnTo>
                <a:lnTo>
                  <a:pt x="85725" y="150019"/>
                </a:lnTo>
                <a:lnTo>
                  <a:pt x="77621" y="158122"/>
                </a:lnTo>
                <a:cubicBezTo>
                  <a:pt x="69116" y="166628"/>
                  <a:pt x="57530" y="171450"/>
                  <a:pt x="45474" y="171450"/>
                </a:cubicBezTo>
                <a:cubicBezTo>
                  <a:pt x="20360" y="171450"/>
                  <a:pt x="0" y="151090"/>
                  <a:pt x="0" y="125976"/>
                </a:cubicBezTo>
                <a:lnTo>
                  <a:pt x="0" y="120149"/>
                </a:lnTo>
                <a:cubicBezTo>
                  <a:pt x="0" y="104879"/>
                  <a:pt x="5492" y="90078"/>
                  <a:pt x="15471" y="78425"/>
                </a:cubicBezTo>
                <a:lnTo>
                  <a:pt x="64294" y="21431"/>
                </a:lnTo>
                <a:lnTo>
                  <a:pt x="64294" y="0"/>
                </a:lnTo>
                <a:cubicBezTo>
                  <a:pt x="64294" y="-11854"/>
                  <a:pt x="73871" y="-21431"/>
                  <a:pt x="85725" y="-21431"/>
                </a:cubicBezTo>
                <a:lnTo>
                  <a:pt x="128588" y="-21431"/>
                </a:lnTo>
                <a:close/>
                <a:moveTo>
                  <a:pt x="107156" y="48220"/>
                </a:moveTo>
                <a:cubicBezTo>
                  <a:pt x="98285" y="48220"/>
                  <a:pt x="91083" y="55423"/>
                  <a:pt x="91083" y="64294"/>
                </a:cubicBezTo>
                <a:cubicBezTo>
                  <a:pt x="91083" y="73165"/>
                  <a:pt x="98285" y="80367"/>
                  <a:pt x="107156" y="80367"/>
                </a:cubicBezTo>
                <a:cubicBezTo>
                  <a:pt x="116027" y="80367"/>
                  <a:pt x="123230" y="73165"/>
                  <a:pt x="123230" y="64294"/>
                </a:cubicBezTo>
                <a:cubicBezTo>
                  <a:pt x="123230" y="55423"/>
                  <a:pt x="116027" y="48220"/>
                  <a:pt x="107156" y="482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581150" y="4953000"/>
            <a:ext cx="874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"Parçala ve Yönet" Stratejisi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81150" y="5410200"/>
            <a:ext cx="86963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Büyük ağları küçük parçalara böl, her işçiye dağıt, sonuçları birleştir.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Divide and Conquer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stratejisinin siber güvenliğe uyarlanması.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376376" y="4976813"/>
            <a:ext cx="1190625" cy="1028700"/>
          </a:xfrm>
          <a:custGeom>
            <a:avLst/>
            <a:gdLst/>
            <a:ahLst/>
            <a:cxnLst/>
            <a:rect l="l" t="t" r="r" b="b"/>
            <a:pathLst>
              <a:path w="1190625" h="1028700">
                <a:moveTo>
                  <a:pt x="76196" y="0"/>
                </a:moveTo>
                <a:lnTo>
                  <a:pt x="1114429" y="0"/>
                </a:lnTo>
                <a:cubicBezTo>
                  <a:pt x="1156511" y="0"/>
                  <a:pt x="1190625" y="34114"/>
                  <a:pt x="1190625" y="76196"/>
                </a:cubicBezTo>
                <a:lnTo>
                  <a:pt x="1190625" y="952504"/>
                </a:lnTo>
                <a:cubicBezTo>
                  <a:pt x="1190625" y="994586"/>
                  <a:pt x="1156511" y="1028700"/>
                  <a:pt x="11144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10528776" y="5129213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Hız Artışı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76376" y="5395913"/>
            <a:ext cx="962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73612" y="6348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42" name="Text 40"/>
          <p:cNvSpPr/>
          <p:nvPr/>
        </p:nvSpPr>
        <p:spPr>
          <a:xfrm>
            <a:off x="8802212" y="632460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Görsel: Mimari diyagramı - İşçi dağılım şeması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304" y="397565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99391" y="0"/>
                </a:moveTo>
                <a:lnTo>
                  <a:pt x="430696" y="0"/>
                </a:lnTo>
                <a:cubicBezTo>
                  <a:pt x="485588" y="0"/>
                  <a:pt x="530087" y="44499"/>
                  <a:pt x="530087" y="99391"/>
                </a:cubicBezTo>
                <a:lnTo>
                  <a:pt x="530087" y="430696"/>
                </a:lnTo>
                <a:cubicBezTo>
                  <a:pt x="530087" y="485588"/>
                  <a:pt x="485588" y="530087"/>
                  <a:pt x="430696" y="530087"/>
                </a:cubicBezTo>
                <a:lnTo>
                  <a:pt x="99391" y="530087"/>
                </a:lnTo>
                <a:cubicBezTo>
                  <a:pt x="44499" y="530087"/>
                  <a:pt x="0" y="485588"/>
                  <a:pt x="0" y="430696"/>
                </a:cubicBezTo>
                <a:lnTo>
                  <a:pt x="0" y="99391"/>
                </a:lnTo>
                <a:cubicBezTo>
                  <a:pt x="0" y="44536"/>
                  <a:pt x="44536" y="0"/>
                  <a:pt x="99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09989" y="513522"/>
            <a:ext cx="372717" cy="298174"/>
          </a:xfrm>
          <a:custGeom>
            <a:avLst/>
            <a:gdLst/>
            <a:ahLst/>
            <a:cxnLst/>
            <a:rect l="l" t="t" r="r" b="b"/>
            <a:pathLst>
              <a:path w="372717" h="298174">
                <a:moveTo>
                  <a:pt x="233007" y="113446"/>
                </a:moveTo>
                <a:cubicBezTo>
                  <a:pt x="226659" y="115076"/>
                  <a:pt x="221417" y="115950"/>
                  <a:pt x="216060" y="117872"/>
                </a:cubicBezTo>
                <a:cubicBezTo>
                  <a:pt x="211808" y="118978"/>
                  <a:pt x="207499" y="120143"/>
                  <a:pt x="202549" y="121424"/>
                </a:cubicBezTo>
                <a:lnTo>
                  <a:pt x="202199" y="121483"/>
                </a:lnTo>
                <a:cubicBezTo>
                  <a:pt x="199753" y="122181"/>
                  <a:pt x="199520" y="122240"/>
                  <a:pt x="197249" y="119619"/>
                </a:cubicBezTo>
                <a:cubicBezTo>
                  <a:pt x="194512" y="116532"/>
                  <a:pt x="192532" y="114552"/>
                  <a:pt x="188746" y="112689"/>
                </a:cubicBezTo>
                <a:cubicBezTo>
                  <a:pt x="177274" y="107098"/>
                  <a:pt x="166209" y="108729"/>
                  <a:pt x="155901" y="115426"/>
                </a:cubicBezTo>
                <a:cubicBezTo>
                  <a:pt x="143554" y="123404"/>
                  <a:pt x="137207" y="135227"/>
                  <a:pt x="137381" y="149902"/>
                </a:cubicBezTo>
                <a:cubicBezTo>
                  <a:pt x="137556" y="164462"/>
                  <a:pt x="147515" y="176400"/>
                  <a:pt x="161375" y="178380"/>
                </a:cubicBezTo>
                <a:cubicBezTo>
                  <a:pt x="174187" y="180011"/>
                  <a:pt x="184553" y="175701"/>
                  <a:pt x="192707" y="166442"/>
                </a:cubicBezTo>
                <a:cubicBezTo>
                  <a:pt x="193930" y="164927"/>
                  <a:pt x="195036" y="163355"/>
                  <a:pt x="196259" y="161608"/>
                </a:cubicBezTo>
                <a:cubicBezTo>
                  <a:pt x="196725" y="161026"/>
                  <a:pt x="197133" y="160385"/>
                  <a:pt x="197598" y="159686"/>
                </a:cubicBezTo>
                <a:lnTo>
                  <a:pt x="162598" y="159686"/>
                </a:lnTo>
                <a:cubicBezTo>
                  <a:pt x="158813" y="159686"/>
                  <a:pt x="157881" y="157357"/>
                  <a:pt x="159162" y="154270"/>
                </a:cubicBezTo>
                <a:cubicBezTo>
                  <a:pt x="161491" y="148621"/>
                  <a:pt x="165859" y="139187"/>
                  <a:pt x="168422" y="134469"/>
                </a:cubicBezTo>
                <a:cubicBezTo>
                  <a:pt x="168946" y="133421"/>
                  <a:pt x="170227" y="131092"/>
                  <a:pt x="172440" y="131092"/>
                </a:cubicBezTo>
                <a:lnTo>
                  <a:pt x="231318" y="131092"/>
                </a:lnTo>
                <a:cubicBezTo>
                  <a:pt x="233938" y="123288"/>
                  <a:pt x="238190" y="115426"/>
                  <a:pt x="243897" y="107972"/>
                </a:cubicBezTo>
                <a:cubicBezTo>
                  <a:pt x="257117" y="90559"/>
                  <a:pt x="272608" y="81474"/>
                  <a:pt x="294680" y="77688"/>
                </a:cubicBezTo>
                <a:cubicBezTo>
                  <a:pt x="313199" y="74427"/>
                  <a:pt x="330612" y="76232"/>
                  <a:pt x="346452" y="86948"/>
                </a:cubicBezTo>
                <a:cubicBezTo>
                  <a:pt x="360779" y="96732"/>
                  <a:pt x="369631" y="110010"/>
                  <a:pt x="372019" y="127423"/>
                </a:cubicBezTo>
                <a:cubicBezTo>
                  <a:pt x="375105" y="151941"/>
                  <a:pt x="368000" y="171858"/>
                  <a:pt x="350646" y="188921"/>
                </a:cubicBezTo>
                <a:cubicBezTo>
                  <a:pt x="339173" y="201093"/>
                  <a:pt x="324497" y="208722"/>
                  <a:pt x="307608" y="212158"/>
                </a:cubicBezTo>
                <a:cubicBezTo>
                  <a:pt x="304347" y="212740"/>
                  <a:pt x="301144" y="213031"/>
                  <a:pt x="297999" y="213322"/>
                </a:cubicBezTo>
                <a:cubicBezTo>
                  <a:pt x="296310" y="213439"/>
                  <a:pt x="294680" y="213614"/>
                  <a:pt x="293049" y="213788"/>
                </a:cubicBezTo>
                <a:cubicBezTo>
                  <a:pt x="276568" y="213439"/>
                  <a:pt x="261485" y="208722"/>
                  <a:pt x="248789" y="197831"/>
                </a:cubicBezTo>
                <a:cubicBezTo>
                  <a:pt x="239879" y="190086"/>
                  <a:pt x="233705" y="180593"/>
                  <a:pt x="230677" y="169586"/>
                </a:cubicBezTo>
                <a:cubicBezTo>
                  <a:pt x="228522" y="173838"/>
                  <a:pt x="226018" y="177973"/>
                  <a:pt x="222524" y="181874"/>
                </a:cubicBezTo>
                <a:cubicBezTo>
                  <a:pt x="209945" y="199113"/>
                  <a:pt x="192881" y="209828"/>
                  <a:pt x="171334" y="212682"/>
                </a:cubicBezTo>
                <a:cubicBezTo>
                  <a:pt x="153513" y="215070"/>
                  <a:pt x="137032" y="211634"/>
                  <a:pt x="122473" y="200743"/>
                </a:cubicBezTo>
                <a:cubicBezTo>
                  <a:pt x="109078" y="190552"/>
                  <a:pt x="101449" y="177157"/>
                  <a:pt x="99469" y="160443"/>
                </a:cubicBezTo>
                <a:cubicBezTo>
                  <a:pt x="97081" y="140643"/>
                  <a:pt x="102905" y="122356"/>
                  <a:pt x="114844" y="107273"/>
                </a:cubicBezTo>
                <a:cubicBezTo>
                  <a:pt x="127772" y="90384"/>
                  <a:pt x="144836" y="79668"/>
                  <a:pt x="165685" y="75883"/>
                </a:cubicBezTo>
                <a:cubicBezTo>
                  <a:pt x="182748" y="72272"/>
                  <a:pt x="199054" y="74776"/>
                  <a:pt x="213788" y="84793"/>
                </a:cubicBezTo>
                <a:cubicBezTo>
                  <a:pt x="223397" y="91141"/>
                  <a:pt x="230269" y="99818"/>
                  <a:pt x="234812" y="110359"/>
                </a:cubicBezTo>
                <a:cubicBezTo>
                  <a:pt x="235918" y="111990"/>
                  <a:pt x="235161" y="112922"/>
                  <a:pt x="233007" y="113446"/>
                </a:cubicBezTo>
                <a:close/>
                <a:moveTo>
                  <a:pt x="28129" y="116707"/>
                </a:moveTo>
                <a:cubicBezTo>
                  <a:pt x="27371" y="116707"/>
                  <a:pt x="27197" y="116358"/>
                  <a:pt x="27604" y="115775"/>
                </a:cubicBezTo>
                <a:lnTo>
                  <a:pt x="31448" y="110883"/>
                </a:lnTo>
                <a:cubicBezTo>
                  <a:pt x="31797" y="110359"/>
                  <a:pt x="32729" y="110010"/>
                  <a:pt x="33428" y="110010"/>
                </a:cubicBezTo>
                <a:lnTo>
                  <a:pt x="98246" y="110010"/>
                </a:lnTo>
                <a:cubicBezTo>
                  <a:pt x="98945" y="110010"/>
                  <a:pt x="99120" y="110534"/>
                  <a:pt x="98770" y="111058"/>
                </a:cubicBezTo>
                <a:lnTo>
                  <a:pt x="95684" y="115775"/>
                </a:lnTo>
                <a:cubicBezTo>
                  <a:pt x="95334" y="116358"/>
                  <a:pt x="94402" y="116882"/>
                  <a:pt x="93878" y="116882"/>
                </a:cubicBezTo>
                <a:lnTo>
                  <a:pt x="28187" y="116707"/>
                </a:lnTo>
                <a:close/>
                <a:moveTo>
                  <a:pt x="699" y="133421"/>
                </a:moveTo>
                <a:cubicBezTo>
                  <a:pt x="0" y="133421"/>
                  <a:pt x="-233" y="133014"/>
                  <a:pt x="175" y="132489"/>
                </a:cubicBezTo>
                <a:lnTo>
                  <a:pt x="3960" y="127597"/>
                </a:lnTo>
                <a:cubicBezTo>
                  <a:pt x="4310" y="127073"/>
                  <a:pt x="5241" y="126666"/>
                  <a:pt x="5940" y="126666"/>
                </a:cubicBezTo>
                <a:lnTo>
                  <a:pt x="88695" y="126666"/>
                </a:lnTo>
                <a:cubicBezTo>
                  <a:pt x="89394" y="126666"/>
                  <a:pt x="89743" y="127248"/>
                  <a:pt x="89569" y="127772"/>
                </a:cubicBezTo>
                <a:lnTo>
                  <a:pt x="88113" y="132140"/>
                </a:lnTo>
                <a:cubicBezTo>
                  <a:pt x="87938" y="132839"/>
                  <a:pt x="87239" y="133246"/>
                  <a:pt x="86482" y="133246"/>
                </a:cubicBezTo>
                <a:lnTo>
                  <a:pt x="699" y="133421"/>
                </a:lnTo>
                <a:close/>
                <a:moveTo>
                  <a:pt x="44085" y="149029"/>
                </a:moveTo>
                <a:cubicBezTo>
                  <a:pt x="43736" y="149553"/>
                  <a:pt x="43911" y="150077"/>
                  <a:pt x="44610" y="150077"/>
                </a:cubicBezTo>
                <a:lnTo>
                  <a:pt x="84211" y="150252"/>
                </a:lnTo>
                <a:cubicBezTo>
                  <a:pt x="84735" y="150252"/>
                  <a:pt x="85492" y="149728"/>
                  <a:pt x="85492" y="149029"/>
                </a:cubicBezTo>
                <a:lnTo>
                  <a:pt x="85841" y="144661"/>
                </a:lnTo>
                <a:cubicBezTo>
                  <a:pt x="85841" y="143904"/>
                  <a:pt x="85492" y="143380"/>
                  <a:pt x="84735" y="143380"/>
                </a:cubicBezTo>
                <a:lnTo>
                  <a:pt x="48453" y="143380"/>
                </a:lnTo>
                <a:cubicBezTo>
                  <a:pt x="47754" y="143380"/>
                  <a:pt x="46997" y="143904"/>
                  <a:pt x="46648" y="144486"/>
                </a:cubicBezTo>
                <a:lnTo>
                  <a:pt x="44085" y="149029"/>
                </a:lnTo>
                <a:close/>
                <a:moveTo>
                  <a:pt x="336144" y="138546"/>
                </a:moveTo>
                <a:cubicBezTo>
                  <a:pt x="336028" y="137032"/>
                  <a:pt x="335970" y="135751"/>
                  <a:pt x="335737" y="134469"/>
                </a:cubicBezTo>
                <a:cubicBezTo>
                  <a:pt x="332476" y="116532"/>
                  <a:pt x="315936" y="106341"/>
                  <a:pt x="298698" y="110359"/>
                </a:cubicBezTo>
                <a:cubicBezTo>
                  <a:pt x="281809" y="114145"/>
                  <a:pt x="270919" y="124860"/>
                  <a:pt x="266959" y="141924"/>
                </a:cubicBezTo>
                <a:cubicBezTo>
                  <a:pt x="263698" y="156075"/>
                  <a:pt x="270570" y="170402"/>
                  <a:pt x="283615" y="176225"/>
                </a:cubicBezTo>
                <a:cubicBezTo>
                  <a:pt x="293631" y="180593"/>
                  <a:pt x="303590" y="180069"/>
                  <a:pt x="313199" y="175119"/>
                </a:cubicBezTo>
                <a:cubicBezTo>
                  <a:pt x="327525" y="167199"/>
                  <a:pt x="335329" y="156075"/>
                  <a:pt x="336261" y="140468"/>
                </a:cubicBezTo>
                <a:cubicBezTo>
                  <a:pt x="336203" y="139769"/>
                  <a:pt x="336203" y="139128"/>
                  <a:pt x="336144" y="1385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3913" y="331304"/>
            <a:ext cx="2774674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Teknik Mimari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3913" y="762000"/>
            <a:ext cx="2658717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 Dilinin Gücü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5446" y="1130576"/>
            <a:ext cx="5673587" cy="2054087"/>
          </a:xfrm>
          <a:custGeom>
            <a:avLst/>
            <a:gdLst/>
            <a:ahLst/>
            <a:cxnLst/>
            <a:rect l="l" t="t" r="r" b="b"/>
            <a:pathLst>
              <a:path w="5673587" h="2054087">
                <a:moveTo>
                  <a:pt x="99397" y="0"/>
                </a:moveTo>
                <a:lnTo>
                  <a:pt x="5574190" y="0"/>
                </a:lnTo>
                <a:cubicBezTo>
                  <a:pt x="5629085" y="0"/>
                  <a:pt x="5673587" y="44502"/>
                  <a:pt x="5673587" y="99397"/>
                </a:cubicBezTo>
                <a:lnTo>
                  <a:pt x="5673587" y="1954690"/>
                </a:lnTo>
                <a:cubicBezTo>
                  <a:pt x="5673587" y="2009585"/>
                  <a:pt x="5629085" y="2054087"/>
                  <a:pt x="5574190" y="2054087"/>
                </a:cubicBezTo>
                <a:lnTo>
                  <a:pt x="99397" y="2054087"/>
                </a:lnTo>
                <a:cubicBezTo>
                  <a:pt x="44502" y="2054087"/>
                  <a:pt x="0" y="2009585"/>
                  <a:pt x="0" y="1954690"/>
                </a:cubicBezTo>
                <a:lnTo>
                  <a:pt x="0" y="99397"/>
                </a:lnTo>
                <a:cubicBezTo>
                  <a:pt x="0" y="44538"/>
                  <a:pt x="44538" y="0"/>
                  <a:pt x="99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5239" y="1300370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66262" y="0"/>
                </a:moveTo>
                <a:lnTo>
                  <a:pt x="331303" y="0"/>
                </a:lnTo>
                <a:cubicBezTo>
                  <a:pt x="367874" y="0"/>
                  <a:pt x="397565" y="29691"/>
                  <a:pt x="397565" y="66262"/>
                </a:cubicBezTo>
                <a:lnTo>
                  <a:pt x="397565" y="331303"/>
                </a:lnTo>
                <a:cubicBezTo>
                  <a:pt x="397565" y="367874"/>
                  <a:pt x="367874" y="397565"/>
                  <a:pt x="331303" y="397565"/>
                </a:cubicBezTo>
                <a:lnTo>
                  <a:pt x="66262" y="397565"/>
                </a:lnTo>
                <a:cubicBezTo>
                  <a:pt x="29691" y="397565"/>
                  <a:pt x="0" y="367874"/>
                  <a:pt x="0" y="331303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4630" y="1399761"/>
            <a:ext cx="198783" cy="198783"/>
          </a:xfrm>
          <a:custGeom>
            <a:avLst/>
            <a:gdLst/>
            <a:ahLst/>
            <a:cxnLst/>
            <a:rect l="l" t="t" r="r" b="b"/>
            <a:pathLst>
              <a:path w="198783" h="198783">
                <a:moveTo>
                  <a:pt x="49696" y="124239"/>
                </a:moveTo>
                <a:lnTo>
                  <a:pt x="9512" y="124239"/>
                </a:lnTo>
                <a:cubicBezTo>
                  <a:pt x="-155" y="124239"/>
                  <a:pt x="-6095" y="113718"/>
                  <a:pt x="-1126" y="105409"/>
                </a:cubicBezTo>
                <a:lnTo>
                  <a:pt x="19412" y="71166"/>
                </a:lnTo>
                <a:cubicBezTo>
                  <a:pt x="22790" y="65536"/>
                  <a:pt x="28847" y="62120"/>
                  <a:pt x="35408" y="62120"/>
                </a:cubicBezTo>
                <a:lnTo>
                  <a:pt x="72292" y="62120"/>
                </a:lnTo>
                <a:cubicBezTo>
                  <a:pt x="101837" y="12074"/>
                  <a:pt x="145903" y="9551"/>
                  <a:pt x="175371" y="13860"/>
                </a:cubicBezTo>
                <a:cubicBezTo>
                  <a:pt x="180341" y="14598"/>
                  <a:pt x="184223" y="18481"/>
                  <a:pt x="184922" y="23411"/>
                </a:cubicBezTo>
                <a:cubicBezTo>
                  <a:pt x="189232" y="52879"/>
                  <a:pt x="186708" y="96945"/>
                  <a:pt x="136663" y="126491"/>
                </a:cubicBezTo>
                <a:lnTo>
                  <a:pt x="136663" y="163374"/>
                </a:lnTo>
                <a:cubicBezTo>
                  <a:pt x="136663" y="169936"/>
                  <a:pt x="133246" y="175992"/>
                  <a:pt x="127617" y="179370"/>
                </a:cubicBezTo>
                <a:lnTo>
                  <a:pt x="93373" y="199909"/>
                </a:lnTo>
                <a:cubicBezTo>
                  <a:pt x="85104" y="204878"/>
                  <a:pt x="74543" y="198899"/>
                  <a:pt x="74543" y="189271"/>
                </a:cubicBezTo>
                <a:lnTo>
                  <a:pt x="74543" y="149087"/>
                </a:lnTo>
                <a:cubicBezTo>
                  <a:pt x="74543" y="135382"/>
                  <a:pt x="63401" y="124239"/>
                  <a:pt x="49696" y="124239"/>
                </a:cubicBezTo>
                <a:lnTo>
                  <a:pt x="49657" y="124239"/>
                </a:lnTo>
                <a:close/>
                <a:moveTo>
                  <a:pt x="155299" y="62120"/>
                </a:moveTo>
                <a:cubicBezTo>
                  <a:pt x="155299" y="51834"/>
                  <a:pt x="146948" y="43484"/>
                  <a:pt x="136663" y="43484"/>
                </a:cubicBezTo>
                <a:cubicBezTo>
                  <a:pt x="126378" y="43484"/>
                  <a:pt x="118027" y="51834"/>
                  <a:pt x="118027" y="62120"/>
                </a:cubicBezTo>
                <a:cubicBezTo>
                  <a:pt x="118027" y="72405"/>
                  <a:pt x="126378" y="80755"/>
                  <a:pt x="136663" y="80755"/>
                </a:cubicBezTo>
                <a:cubicBezTo>
                  <a:pt x="146948" y="80755"/>
                  <a:pt x="155299" y="72405"/>
                  <a:pt x="155299" y="6212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2196" y="1366630"/>
            <a:ext cx="1101587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Goroutines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5239" y="1830457"/>
            <a:ext cx="5408543" cy="488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 işçi (worker) bağımsız ve paralel başlatılır. Go'nun hafif thread'leri sayesinde binlerce concurrent işlem.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5239" y="2447511"/>
            <a:ext cx="5334000" cy="563217"/>
          </a:xfrm>
          <a:custGeom>
            <a:avLst/>
            <a:gdLst/>
            <a:ahLst/>
            <a:cxnLst/>
            <a:rect l="l" t="t" r="r" b="b"/>
            <a:pathLst>
              <a:path w="5334000" h="563217">
                <a:moveTo>
                  <a:pt x="66263" y="0"/>
                </a:moveTo>
                <a:lnTo>
                  <a:pt x="5267737" y="0"/>
                </a:lnTo>
                <a:cubicBezTo>
                  <a:pt x="5304333" y="0"/>
                  <a:pt x="5334000" y="29667"/>
                  <a:pt x="5334000" y="66263"/>
                </a:cubicBezTo>
                <a:lnTo>
                  <a:pt x="5334000" y="496955"/>
                </a:lnTo>
                <a:cubicBezTo>
                  <a:pt x="5334000" y="533551"/>
                  <a:pt x="5304333" y="563217"/>
                  <a:pt x="5267737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04630" y="2546902"/>
            <a:ext cx="5193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// Worker başlatma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4630" y="2745685"/>
            <a:ext cx="5193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go</a:t>
            </a:r>
            <a:pPr>
              <a:lnSpc>
                <a:spcPct val="120000"/>
              </a:lnSpc>
            </a:pPr>
            <a:r>
              <a:rPr lang="en-US" sz="913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worker.Scan(ipBlock)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2967" y="1130576"/>
            <a:ext cx="5673587" cy="2054087"/>
          </a:xfrm>
          <a:custGeom>
            <a:avLst/>
            <a:gdLst/>
            <a:ahLst/>
            <a:cxnLst/>
            <a:rect l="l" t="t" r="r" b="b"/>
            <a:pathLst>
              <a:path w="5673587" h="2054087">
                <a:moveTo>
                  <a:pt x="99397" y="0"/>
                </a:moveTo>
                <a:lnTo>
                  <a:pt x="5574190" y="0"/>
                </a:lnTo>
                <a:cubicBezTo>
                  <a:pt x="5629085" y="0"/>
                  <a:pt x="5673587" y="44502"/>
                  <a:pt x="5673587" y="99397"/>
                </a:cubicBezTo>
                <a:lnTo>
                  <a:pt x="5673587" y="1954690"/>
                </a:lnTo>
                <a:cubicBezTo>
                  <a:pt x="5673587" y="2009585"/>
                  <a:pt x="5629085" y="2054087"/>
                  <a:pt x="5574190" y="2054087"/>
                </a:cubicBezTo>
                <a:lnTo>
                  <a:pt x="99397" y="2054087"/>
                </a:lnTo>
                <a:cubicBezTo>
                  <a:pt x="44502" y="2054087"/>
                  <a:pt x="0" y="2009585"/>
                  <a:pt x="0" y="1954690"/>
                </a:cubicBezTo>
                <a:lnTo>
                  <a:pt x="0" y="99397"/>
                </a:lnTo>
                <a:cubicBezTo>
                  <a:pt x="0" y="44538"/>
                  <a:pt x="44538" y="0"/>
                  <a:pt x="99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2761" y="1300370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66262" y="0"/>
                </a:moveTo>
                <a:lnTo>
                  <a:pt x="331303" y="0"/>
                </a:lnTo>
                <a:cubicBezTo>
                  <a:pt x="367874" y="0"/>
                  <a:pt x="397565" y="29691"/>
                  <a:pt x="397565" y="66262"/>
                </a:cubicBezTo>
                <a:lnTo>
                  <a:pt x="397565" y="331303"/>
                </a:lnTo>
                <a:cubicBezTo>
                  <a:pt x="397565" y="367874"/>
                  <a:pt x="367874" y="397565"/>
                  <a:pt x="331303" y="397565"/>
                </a:cubicBezTo>
                <a:lnTo>
                  <a:pt x="66262" y="397565"/>
                </a:lnTo>
                <a:cubicBezTo>
                  <a:pt x="29691" y="397565"/>
                  <a:pt x="0" y="367874"/>
                  <a:pt x="0" y="331303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52152" y="1399761"/>
            <a:ext cx="198783" cy="198783"/>
          </a:xfrm>
          <a:custGeom>
            <a:avLst/>
            <a:gdLst/>
            <a:ahLst/>
            <a:cxnLst/>
            <a:rect l="l" t="t" r="r" b="b"/>
            <a:pathLst>
              <a:path w="198783" h="198783">
                <a:moveTo>
                  <a:pt x="186398" y="74543"/>
                </a:moveTo>
                <a:lnTo>
                  <a:pt x="189465" y="74543"/>
                </a:lnTo>
                <a:cubicBezTo>
                  <a:pt x="194628" y="74543"/>
                  <a:pt x="198783" y="70389"/>
                  <a:pt x="198783" y="65226"/>
                </a:cubicBezTo>
                <a:lnTo>
                  <a:pt x="198783" y="9318"/>
                </a:lnTo>
                <a:cubicBezTo>
                  <a:pt x="198783" y="5552"/>
                  <a:pt x="196531" y="2135"/>
                  <a:pt x="193037" y="699"/>
                </a:cubicBezTo>
                <a:cubicBezTo>
                  <a:pt x="189542" y="-738"/>
                  <a:pt x="185543" y="78"/>
                  <a:pt x="182864" y="2718"/>
                </a:cubicBezTo>
                <a:lnTo>
                  <a:pt x="162792" y="22829"/>
                </a:lnTo>
                <a:cubicBezTo>
                  <a:pt x="145593" y="8580"/>
                  <a:pt x="123463" y="0"/>
                  <a:pt x="99391" y="0"/>
                </a:cubicBezTo>
                <a:cubicBezTo>
                  <a:pt x="49307" y="0"/>
                  <a:pt x="7881" y="37039"/>
                  <a:pt x="1009" y="85220"/>
                </a:cubicBezTo>
                <a:cubicBezTo>
                  <a:pt x="39" y="92015"/>
                  <a:pt x="4737" y="98304"/>
                  <a:pt x="11531" y="99275"/>
                </a:cubicBezTo>
                <a:cubicBezTo>
                  <a:pt x="18325" y="100245"/>
                  <a:pt x="24615" y="95509"/>
                  <a:pt x="25585" y="88753"/>
                </a:cubicBezTo>
                <a:cubicBezTo>
                  <a:pt x="30749" y="52608"/>
                  <a:pt x="61848" y="24848"/>
                  <a:pt x="99391" y="24848"/>
                </a:cubicBezTo>
                <a:cubicBezTo>
                  <a:pt x="116629" y="24848"/>
                  <a:pt x="132470" y="30672"/>
                  <a:pt x="145088" y="40494"/>
                </a:cubicBezTo>
                <a:lnTo>
                  <a:pt x="126957" y="58625"/>
                </a:lnTo>
                <a:cubicBezTo>
                  <a:pt x="124278" y="61304"/>
                  <a:pt x="123501" y="65303"/>
                  <a:pt x="124938" y="68797"/>
                </a:cubicBezTo>
                <a:cubicBezTo>
                  <a:pt x="126374" y="72292"/>
                  <a:pt x="129791" y="74543"/>
                  <a:pt x="133557" y="74543"/>
                </a:cubicBezTo>
                <a:lnTo>
                  <a:pt x="186398" y="74543"/>
                </a:lnTo>
                <a:close/>
                <a:moveTo>
                  <a:pt x="197812" y="113562"/>
                </a:moveTo>
                <a:cubicBezTo>
                  <a:pt x="198783" y="106768"/>
                  <a:pt x="194046" y="100478"/>
                  <a:pt x="187290" y="99508"/>
                </a:cubicBezTo>
                <a:cubicBezTo>
                  <a:pt x="180535" y="98537"/>
                  <a:pt x="174207" y="103274"/>
                  <a:pt x="173236" y="110029"/>
                </a:cubicBezTo>
                <a:cubicBezTo>
                  <a:pt x="168072" y="146136"/>
                  <a:pt x="136974" y="173896"/>
                  <a:pt x="99430" y="173896"/>
                </a:cubicBezTo>
                <a:cubicBezTo>
                  <a:pt x="82192" y="173896"/>
                  <a:pt x="66351" y="168072"/>
                  <a:pt x="53733" y="158250"/>
                </a:cubicBezTo>
                <a:lnTo>
                  <a:pt x="71826" y="140157"/>
                </a:lnTo>
                <a:cubicBezTo>
                  <a:pt x="74505" y="137478"/>
                  <a:pt x="75281" y="133479"/>
                  <a:pt x="73845" y="129985"/>
                </a:cubicBezTo>
                <a:cubicBezTo>
                  <a:pt x="72408" y="126491"/>
                  <a:pt x="68992" y="124239"/>
                  <a:pt x="65226" y="124239"/>
                </a:cubicBezTo>
                <a:lnTo>
                  <a:pt x="9318" y="124239"/>
                </a:lnTo>
                <a:cubicBezTo>
                  <a:pt x="4154" y="124239"/>
                  <a:pt x="0" y="128393"/>
                  <a:pt x="0" y="133557"/>
                </a:cubicBezTo>
                <a:lnTo>
                  <a:pt x="0" y="189465"/>
                </a:lnTo>
                <a:cubicBezTo>
                  <a:pt x="0" y="193231"/>
                  <a:pt x="2252" y="196647"/>
                  <a:pt x="5746" y="198084"/>
                </a:cubicBezTo>
                <a:cubicBezTo>
                  <a:pt x="9240" y="199520"/>
                  <a:pt x="13239" y="198705"/>
                  <a:pt x="15918" y="196065"/>
                </a:cubicBezTo>
                <a:lnTo>
                  <a:pt x="36029" y="175954"/>
                </a:lnTo>
                <a:cubicBezTo>
                  <a:pt x="53190" y="190202"/>
                  <a:pt x="75320" y="198783"/>
                  <a:pt x="99391" y="198783"/>
                </a:cubicBezTo>
                <a:cubicBezTo>
                  <a:pt x="149475" y="198783"/>
                  <a:pt x="190901" y="161744"/>
                  <a:pt x="197773" y="11356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49717" y="1366630"/>
            <a:ext cx="1573696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sync.WaitGroup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2761" y="1830457"/>
            <a:ext cx="5408543" cy="488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Tüm alt süreçlerin senkronizasyonu. Nmap/RustScan subprocess'lerinin tamamlanmasını bekleme.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2761" y="2447511"/>
            <a:ext cx="5334000" cy="563217"/>
          </a:xfrm>
          <a:custGeom>
            <a:avLst/>
            <a:gdLst/>
            <a:ahLst/>
            <a:cxnLst/>
            <a:rect l="l" t="t" r="r" b="b"/>
            <a:pathLst>
              <a:path w="5334000" h="563217">
                <a:moveTo>
                  <a:pt x="66263" y="0"/>
                </a:moveTo>
                <a:lnTo>
                  <a:pt x="5267737" y="0"/>
                </a:lnTo>
                <a:cubicBezTo>
                  <a:pt x="5304333" y="0"/>
                  <a:pt x="5334000" y="29667"/>
                  <a:pt x="5334000" y="66263"/>
                </a:cubicBezTo>
                <a:lnTo>
                  <a:pt x="5334000" y="496955"/>
                </a:lnTo>
                <a:cubicBezTo>
                  <a:pt x="5334000" y="533551"/>
                  <a:pt x="5304333" y="563217"/>
                  <a:pt x="5267737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52152" y="2546902"/>
            <a:ext cx="5193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// Senkronizasyon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2152" y="2745685"/>
            <a:ext cx="5193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wg.</a:t>
            </a:r>
            <a:pPr>
              <a:lnSpc>
                <a:spcPct val="120000"/>
              </a:lnSpc>
            </a:pPr>
            <a:r>
              <a:rPr lang="en-US" sz="913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Wait</a:t>
            </a:r>
            <a:pPr>
              <a:lnSpc>
                <a:spcPct val="120000"/>
              </a:lnSpc>
            </a:pPr>
            <a:r>
              <a:rPr lang="en-US" sz="913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() </a:t>
            </a:r>
            <a:pPr>
              <a:lnSpc>
                <a:spcPct val="120000"/>
              </a:lnSpc>
            </a:pPr>
            <a:r>
              <a:rPr lang="en-US" sz="913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// Tüm worker'lar bitene kadar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9587" y="3325467"/>
            <a:ext cx="11512826" cy="2310848"/>
          </a:xfrm>
          <a:custGeom>
            <a:avLst/>
            <a:gdLst/>
            <a:ahLst/>
            <a:cxnLst/>
            <a:rect l="l" t="t" r="r" b="b"/>
            <a:pathLst>
              <a:path w="11512826" h="2310848">
                <a:moveTo>
                  <a:pt x="99390" y="0"/>
                </a:moveTo>
                <a:lnTo>
                  <a:pt x="11413437" y="0"/>
                </a:lnTo>
                <a:cubicBezTo>
                  <a:pt x="11468328" y="0"/>
                  <a:pt x="11512826" y="44498"/>
                  <a:pt x="11512826" y="99390"/>
                </a:cubicBezTo>
                <a:lnTo>
                  <a:pt x="11512826" y="2211458"/>
                </a:lnTo>
                <a:cubicBezTo>
                  <a:pt x="11512826" y="2266350"/>
                  <a:pt x="11468328" y="2310848"/>
                  <a:pt x="11413437" y="2310848"/>
                </a:cubicBezTo>
                <a:lnTo>
                  <a:pt x="99390" y="2310848"/>
                </a:lnTo>
                <a:cubicBezTo>
                  <a:pt x="44498" y="2310848"/>
                  <a:pt x="0" y="2266350"/>
                  <a:pt x="0" y="2211458"/>
                </a:cubicBezTo>
                <a:lnTo>
                  <a:pt x="0" y="99390"/>
                </a:lnTo>
                <a:cubicBezTo>
                  <a:pt x="0" y="44498"/>
                  <a:pt x="44498" y="0"/>
                  <a:pt x="9939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10000"/>
                </a:srgbClr>
              </a:gs>
            </a:gsLst>
            <a:lin ang="0" scaled="1"/>
          </a:gradFill>
          <a:ln w="254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522" y="3499402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99391" y="0"/>
                </a:moveTo>
                <a:lnTo>
                  <a:pt x="430696" y="0"/>
                </a:lnTo>
                <a:cubicBezTo>
                  <a:pt x="485588" y="0"/>
                  <a:pt x="530087" y="44499"/>
                  <a:pt x="530087" y="99391"/>
                </a:cubicBezTo>
                <a:lnTo>
                  <a:pt x="530087" y="430696"/>
                </a:lnTo>
                <a:cubicBezTo>
                  <a:pt x="530087" y="485588"/>
                  <a:pt x="485588" y="530087"/>
                  <a:pt x="430696" y="530087"/>
                </a:cubicBezTo>
                <a:lnTo>
                  <a:pt x="99391" y="530087"/>
                </a:lnTo>
                <a:cubicBezTo>
                  <a:pt x="44499" y="530087"/>
                  <a:pt x="0" y="485588"/>
                  <a:pt x="0" y="430696"/>
                </a:cubicBezTo>
                <a:lnTo>
                  <a:pt x="0" y="99391"/>
                </a:lnTo>
                <a:cubicBezTo>
                  <a:pt x="0" y="44536"/>
                  <a:pt x="44536" y="0"/>
                  <a:pt x="99391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56397" y="3640207"/>
            <a:ext cx="248478" cy="248478"/>
          </a:xfrm>
          <a:custGeom>
            <a:avLst/>
            <a:gdLst/>
            <a:ahLst/>
            <a:cxnLst/>
            <a:rect l="l" t="t" r="r" b="b"/>
            <a:pathLst>
              <a:path w="248478" h="248478">
                <a:moveTo>
                  <a:pt x="195968" y="16695"/>
                </a:moveTo>
                <a:cubicBezTo>
                  <a:pt x="201792" y="14268"/>
                  <a:pt x="208440" y="15627"/>
                  <a:pt x="212905" y="20043"/>
                </a:cubicBezTo>
                <a:lnTo>
                  <a:pt x="243965" y="51103"/>
                </a:lnTo>
                <a:cubicBezTo>
                  <a:pt x="246877" y="54015"/>
                  <a:pt x="248527" y="57946"/>
                  <a:pt x="248527" y="62071"/>
                </a:cubicBezTo>
                <a:cubicBezTo>
                  <a:pt x="248527" y="66196"/>
                  <a:pt x="246877" y="70127"/>
                  <a:pt x="243965" y="73039"/>
                </a:cubicBezTo>
                <a:lnTo>
                  <a:pt x="212905" y="104099"/>
                </a:lnTo>
                <a:cubicBezTo>
                  <a:pt x="208440" y="108564"/>
                  <a:pt x="201792" y="109874"/>
                  <a:pt x="195968" y="107447"/>
                </a:cubicBezTo>
                <a:cubicBezTo>
                  <a:pt x="190144" y="105021"/>
                  <a:pt x="186359" y="99440"/>
                  <a:pt x="186359" y="93179"/>
                </a:cubicBezTo>
                <a:lnTo>
                  <a:pt x="186359" y="77649"/>
                </a:lnTo>
                <a:lnTo>
                  <a:pt x="170829" y="77649"/>
                </a:lnTo>
                <a:cubicBezTo>
                  <a:pt x="165927" y="77649"/>
                  <a:pt x="161317" y="79930"/>
                  <a:pt x="158405" y="83861"/>
                </a:cubicBezTo>
                <a:lnTo>
                  <a:pt x="142681" y="104827"/>
                </a:lnTo>
                <a:lnTo>
                  <a:pt x="123269" y="78960"/>
                </a:lnTo>
                <a:lnTo>
                  <a:pt x="133557" y="65226"/>
                </a:lnTo>
                <a:cubicBezTo>
                  <a:pt x="142341" y="53481"/>
                  <a:pt x="156172" y="46590"/>
                  <a:pt x="170829" y="46590"/>
                </a:cubicBezTo>
                <a:lnTo>
                  <a:pt x="186359" y="46590"/>
                </a:lnTo>
                <a:lnTo>
                  <a:pt x="186359" y="31060"/>
                </a:lnTo>
                <a:cubicBezTo>
                  <a:pt x="186359" y="24799"/>
                  <a:pt x="190144" y="19121"/>
                  <a:pt x="195968" y="16695"/>
                </a:cubicBezTo>
                <a:close/>
                <a:moveTo>
                  <a:pt x="74738" y="143651"/>
                </a:moveTo>
                <a:lnTo>
                  <a:pt x="94150" y="169518"/>
                </a:lnTo>
                <a:lnTo>
                  <a:pt x="83861" y="183253"/>
                </a:lnTo>
                <a:cubicBezTo>
                  <a:pt x="75077" y="194997"/>
                  <a:pt x="61246" y="201889"/>
                  <a:pt x="46590" y="201889"/>
                </a:cubicBezTo>
                <a:lnTo>
                  <a:pt x="15530" y="201889"/>
                </a:lnTo>
                <a:cubicBezTo>
                  <a:pt x="6940" y="201889"/>
                  <a:pt x="0" y="194949"/>
                  <a:pt x="0" y="186359"/>
                </a:cubicBezTo>
                <a:cubicBezTo>
                  <a:pt x="0" y="177769"/>
                  <a:pt x="6940" y="170829"/>
                  <a:pt x="15530" y="170829"/>
                </a:cubicBezTo>
                <a:lnTo>
                  <a:pt x="46590" y="170829"/>
                </a:lnTo>
                <a:cubicBezTo>
                  <a:pt x="51491" y="170829"/>
                  <a:pt x="56102" y="168548"/>
                  <a:pt x="59014" y="164617"/>
                </a:cubicBezTo>
                <a:lnTo>
                  <a:pt x="74738" y="143651"/>
                </a:lnTo>
                <a:close/>
                <a:moveTo>
                  <a:pt x="212857" y="228386"/>
                </a:moveTo>
                <a:cubicBezTo>
                  <a:pt x="208392" y="232851"/>
                  <a:pt x="201743" y="234162"/>
                  <a:pt x="195919" y="231735"/>
                </a:cubicBezTo>
                <a:cubicBezTo>
                  <a:pt x="190096" y="229309"/>
                  <a:pt x="186359" y="223679"/>
                  <a:pt x="186359" y="217418"/>
                </a:cubicBezTo>
                <a:lnTo>
                  <a:pt x="186359" y="201889"/>
                </a:lnTo>
                <a:lnTo>
                  <a:pt x="170829" y="201889"/>
                </a:lnTo>
                <a:cubicBezTo>
                  <a:pt x="156172" y="201889"/>
                  <a:pt x="142341" y="194997"/>
                  <a:pt x="133557" y="183253"/>
                </a:cubicBezTo>
                <a:lnTo>
                  <a:pt x="59014" y="83861"/>
                </a:lnTo>
                <a:cubicBezTo>
                  <a:pt x="56102" y="79930"/>
                  <a:pt x="51491" y="77649"/>
                  <a:pt x="46590" y="77649"/>
                </a:cubicBezTo>
                <a:lnTo>
                  <a:pt x="15530" y="77649"/>
                </a:lnTo>
                <a:cubicBezTo>
                  <a:pt x="6940" y="77649"/>
                  <a:pt x="0" y="70710"/>
                  <a:pt x="0" y="62120"/>
                </a:cubicBezTo>
                <a:cubicBezTo>
                  <a:pt x="0" y="53530"/>
                  <a:pt x="6940" y="46590"/>
                  <a:pt x="15530" y="46590"/>
                </a:cubicBezTo>
                <a:lnTo>
                  <a:pt x="46590" y="46590"/>
                </a:lnTo>
                <a:cubicBezTo>
                  <a:pt x="61246" y="46590"/>
                  <a:pt x="75077" y="53481"/>
                  <a:pt x="83861" y="65226"/>
                </a:cubicBezTo>
                <a:lnTo>
                  <a:pt x="158405" y="164617"/>
                </a:lnTo>
                <a:cubicBezTo>
                  <a:pt x="161317" y="168548"/>
                  <a:pt x="165927" y="170829"/>
                  <a:pt x="170829" y="170829"/>
                </a:cubicBezTo>
                <a:lnTo>
                  <a:pt x="186359" y="170829"/>
                </a:lnTo>
                <a:lnTo>
                  <a:pt x="186359" y="155299"/>
                </a:lnTo>
                <a:cubicBezTo>
                  <a:pt x="186359" y="149038"/>
                  <a:pt x="190144" y="143360"/>
                  <a:pt x="195968" y="140934"/>
                </a:cubicBezTo>
                <a:cubicBezTo>
                  <a:pt x="201792" y="138507"/>
                  <a:pt x="208440" y="139866"/>
                  <a:pt x="212905" y="144282"/>
                </a:cubicBezTo>
                <a:lnTo>
                  <a:pt x="243965" y="175342"/>
                </a:lnTo>
                <a:cubicBezTo>
                  <a:pt x="246877" y="178254"/>
                  <a:pt x="248527" y="182185"/>
                  <a:pt x="248527" y="186310"/>
                </a:cubicBezTo>
                <a:cubicBezTo>
                  <a:pt x="248527" y="190435"/>
                  <a:pt x="246877" y="194366"/>
                  <a:pt x="243965" y="197278"/>
                </a:cubicBezTo>
                <a:lnTo>
                  <a:pt x="212905" y="2283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09261" y="3499402"/>
            <a:ext cx="105934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Round-Robin IP Dağıtımı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9261" y="3896967"/>
            <a:ext cx="10543761" cy="240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IP'leri işçilere </a:t>
            </a:r>
            <a:pPr>
              <a:lnSpc>
                <a:spcPct val="140000"/>
              </a:lnSpc>
            </a:pPr>
            <a:r>
              <a:rPr lang="en-US" sz="1174" b="1" dirty="0">
                <a:solidFill>
                  <a:srgbClr val="F1F5F9"/>
                </a:solidFill>
                <a:highlight>
                  <a:srgbClr val="8B5CF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ardışık değil, dairesel </a:t>
            </a:r>
            <a:pPr>
              <a:lnSpc>
                <a:spcPct val="140000"/>
              </a:lnSpc>
            </a:pPr>
            <a:r>
              <a:rPr lang="en-US" sz="117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dağıtarak IDS/IPS tespit mekanizmalarını kör ediyoruz.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09261" y="4271755"/>
            <a:ext cx="5168348" cy="1192696"/>
          </a:xfrm>
          <a:custGeom>
            <a:avLst/>
            <a:gdLst/>
            <a:ahLst/>
            <a:cxnLst/>
            <a:rect l="l" t="t" r="r" b="b"/>
            <a:pathLst>
              <a:path w="5168348" h="1192696">
                <a:moveTo>
                  <a:pt x="66266" y="0"/>
                </a:moveTo>
                <a:lnTo>
                  <a:pt x="5102082" y="0"/>
                </a:lnTo>
                <a:cubicBezTo>
                  <a:pt x="5138679" y="0"/>
                  <a:pt x="5168348" y="29668"/>
                  <a:pt x="5168348" y="66266"/>
                </a:cubicBezTo>
                <a:lnTo>
                  <a:pt x="5168348" y="1126429"/>
                </a:lnTo>
                <a:cubicBezTo>
                  <a:pt x="5168348" y="1163027"/>
                  <a:pt x="5138679" y="1192696"/>
                  <a:pt x="5102082" y="1192696"/>
                </a:cubicBezTo>
                <a:lnTo>
                  <a:pt x="66266" y="1192696"/>
                </a:lnTo>
                <a:cubicBezTo>
                  <a:pt x="29668" y="1192696"/>
                  <a:pt x="0" y="1163027"/>
                  <a:pt x="0" y="1126429"/>
                </a:cubicBezTo>
                <a:lnTo>
                  <a:pt x="0" y="66266"/>
                </a:lnTo>
                <a:cubicBezTo>
                  <a:pt x="0" y="29693"/>
                  <a:pt x="29693" y="0"/>
                  <a:pt x="66266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4913" y="4424984"/>
            <a:ext cx="99391" cy="132522"/>
          </a:xfrm>
          <a:custGeom>
            <a:avLst/>
            <a:gdLst/>
            <a:ahLst/>
            <a:cxnLst/>
            <a:rect l="l" t="t" r="r" b="b"/>
            <a:pathLst>
              <a:path w="99391" h="132522">
                <a:moveTo>
                  <a:pt x="14262" y="18998"/>
                </a:moveTo>
                <a:cubicBezTo>
                  <a:pt x="11026" y="15763"/>
                  <a:pt x="5772" y="15763"/>
                  <a:pt x="2537" y="18998"/>
                </a:cubicBezTo>
                <a:cubicBezTo>
                  <a:pt x="-699" y="22234"/>
                  <a:pt x="-699" y="27488"/>
                  <a:pt x="2537" y="30723"/>
                </a:cubicBezTo>
                <a:lnTo>
                  <a:pt x="38100" y="66261"/>
                </a:lnTo>
                <a:lnTo>
                  <a:pt x="2562" y="101824"/>
                </a:lnTo>
                <a:cubicBezTo>
                  <a:pt x="-673" y="105060"/>
                  <a:pt x="-673" y="110314"/>
                  <a:pt x="2562" y="113549"/>
                </a:cubicBezTo>
                <a:cubicBezTo>
                  <a:pt x="5798" y="116785"/>
                  <a:pt x="11052" y="116785"/>
                  <a:pt x="14287" y="113549"/>
                </a:cubicBezTo>
                <a:lnTo>
                  <a:pt x="49825" y="77986"/>
                </a:lnTo>
                <a:lnTo>
                  <a:pt x="85389" y="113524"/>
                </a:lnTo>
                <a:cubicBezTo>
                  <a:pt x="88624" y="116759"/>
                  <a:pt x="93878" y="116759"/>
                  <a:pt x="97114" y="113524"/>
                </a:cubicBezTo>
                <a:cubicBezTo>
                  <a:pt x="100349" y="110288"/>
                  <a:pt x="100349" y="105034"/>
                  <a:pt x="97114" y="101798"/>
                </a:cubicBezTo>
                <a:lnTo>
                  <a:pt x="61550" y="66261"/>
                </a:lnTo>
                <a:lnTo>
                  <a:pt x="97088" y="30697"/>
                </a:lnTo>
                <a:cubicBezTo>
                  <a:pt x="100323" y="27462"/>
                  <a:pt x="100323" y="22208"/>
                  <a:pt x="97088" y="18972"/>
                </a:cubicBezTo>
                <a:cubicBezTo>
                  <a:pt x="93852" y="15737"/>
                  <a:pt x="88598" y="15737"/>
                  <a:pt x="85363" y="18972"/>
                </a:cubicBezTo>
                <a:lnTo>
                  <a:pt x="49825" y="54536"/>
                </a:lnTo>
                <a:lnTo>
                  <a:pt x="14262" y="1899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1550648" y="4404277"/>
            <a:ext cx="476069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Geleneksel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41783" y="4669321"/>
            <a:ext cx="4961283" cy="66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192.168.1.1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192.168.1.2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192.168.1.3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F444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→ Tespit!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10130" y="4271755"/>
            <a:ext cx="5168348" cy="1192696"/>
          </a:xfrm>
          <a:custGeom>
            <a:avLst/>
            <a:gdLst/>
            <a:ahLst/>
            <a:cxnLst/>
            <a:rect l="l" t="t" r="r" b="b"/>
            <a:pathLst>
              <a:path w="5168348" h="1192696">
                <a:moveTo>
                  <a:pt x="66266" y="0"/>
                </a:moveTo>
                <a:lnTo>
                  <a:pt x="5102082" y="0"/>
                </a:lnTo>
                <a:cubicBezTo>
                  <a:pt x="5138679" y="0"/>
                  <a:pt x="5168348" y="29668"/>
                  <a:pt x="5168348" y="66266"/>
                </a:cubicBezTo>
                <a:lnTo>
                  <a:pt x="5168348" y="1126429"/>
                </a:lnTo>
                <a:cubicBezTo>
                  <a:pt x="5168348" y="1163027"/>
                  <a:pt x="5138679" y="1192696"/>
                  <a:pt x="5102082" y="1192696"/>
                </a:cubicBezTo>
                <a:lnTo>
                  <a:pt x="66266" y="1192696"/>
                </a:lnTo>
                <a:cubicBezTo>
                  <a:pt x="29668" y="1192696"/>
                  <a:pt x="0" y="1163027"/>
                  <a:pt x="0" y="1126429"/>
                </a:cubicBezTo>
                <a:lnTo>
                  <a:pt x="0" y="66266"/>
                </a:lnTo>
                <a:cubicBezTo>
                  <a:pt x="0" y="29693"/>
                  <a:pt x="29693" y="0"/>
                  <a:pt x="66266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Shape 30"/>
          <p:cNvSpPr/>
          <p:nvPr/>
        </p:nvSpPr>
        <p:spPr>
          <a:xfrm>
            <a:off x="6667500" y="4424984"/>
            <a:ext cx="115957" cy="132522"/>
          </a:xfrm>
          <a:custGeom>
            <a:avLst/>
            <a:gdLst/>
            <a:ahLst/>
            <a:cxnLst/>
            <a:rect l="l" t="t" r="r" b="b"/>
            <a:pathLst>
              <a:path w="115957" h="132522">
                <a:moveTo>
                  <a:pt x="112540" y="18144"/>
                </a:moveTo>
                <a:cubicBezTo>
                  <a:pt x="116241" y="20836"/>
                  <a:pt x="117069" y="26013"/>
                  <a:pt x="114378" y="29714"/>
                </a:cubicBezTo>
                <a:lnTo>
                  <a:pt x="48117" y="120823"/>
                </a:lnTo>
                <a:cubicBezTo>
                  <a:pt x="46693" y="122790"/>
                  <a:pt x="44493" y="124006"/>
                  <a:pt x="42060" y="124213"/>
                </a:cubicBezTo>
                <a:cubicBezTo>
                  <a:pt x="39627" y="124420"/>
                  <a:pt x="37272" y="123514"/>
                  <a:pt x="35563" y="121806"/>
                </a:cubicBezTo>
                <a:lnTo>
                  <a:pt x="2433" y="88676"/>
                </a:lnTo>
                <a:cubicBezTo>
                  <a:pt x="-802" y="85440"/>
                  <a:pt x="-802" y="80186"/>
                  <a:pt x="2433" y="76951"/>
                </a:cubicBezTo>
                <a:cubicBezTo>
                  <a:pt x="5668" y="73715"/>
                  <a:pt x="10923" y="73715"/>
                  <a:pt x="14158" y="76951"/>
                </a:cubicBezTo>
                <a:lnTo>
                  <a:pt x="40429" y="103222"/>
                </a:lnTo>
                <a:lnTo>
                  <a:pt x="100996" y="19956"/>
                </a:lnTo>
                <a:cubicBezTo>
                  <a:pt x="103688" y="16255"/>
                  <a:pt x="108865" y="15426"/>
                  <a:pt x="112566" y="1811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1518" y="4404277"/>
            <a:ext cx="476069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TriedScan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42652" y="4669321"/>
            <a:ext cx="4961283" cy="66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192.168.1.1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192.168.2.45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192.168.3.128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→ Gizli!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5446" y="5783332"/>
            <a:ext cx="11521109" cy="737152"/>
          </a:xfrm>
          <a:custGeom>
            <a:avLst/>
            <a:gdLst/>
            <a:ahLst/>
            <a:cxnLst/>
            <a:rect l="l" t="t" r="r" b="b"/>
            <a:pathLst>
              <a:path w="11521109" h="737152">
                <a:moveTo>
                  <a:pt x="99390" y="0"/>
                </a:moveTo>
                <a:lnTo>
                  <a:pt x="11421718" y="0"/>
                </a:lnTo>
                <a:cubicBezTo>
                  <a:pt x="11476610" y="0"/>
                  <a:pt x="11521109" y="44499"/>
                  <a:pt x="11521109" y="99390"/>
                </a:cubicBezTo>
                <a:lnTo>
                  <a:pt x="11521109" y="637762"/>
                </a:lnTo>
                <a:cubicBezTo>
                  <a:pt x="11521109" y="692654"/>
                  <a:pt x="11476610" y="737152"/>
                  <a:pt x="11421718" y="737152"/>
                </a:cubicBezTo>
                <a:lnTo>
                  <a:pt x="99390" y="737152"/>
                </a:lnTo>
                <a:cubicBezTo>
                  <a:pt x="44499" y="737152"/>
                  <a:pt x="0" y="692654"/>
                  <a:pt x="0" y="637762"/>
                </a:cubicBezTo>
                <a:lnTo>
                  <a:pt x="0" y="99390"/>
                </a:lnTo>
                <a:cubicBezTo>
                  <a:pt x="0" y="44499"/>
                  <a:pt x="44499" y="0"/>
                  <a:pt x="9939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709" y="6027668"/>
            <a:ext cx="279538" cy="248478"/>
          </a:xfrm>
          <a:custGeom>
            <a:avLst/>
            <a:gdLst/>
            <a:ahLst/>
            <a:cxnLst/>
            <a:rect l="l" t="t" r="r" b="b"/>
            <a:pathLst>
              <a:path w="279538" h="248478">
                <a:moveTo>
                  <a:pt x="175100" y="582"/>
                </a:moveTo>
                <a:cubicBezTo>
                  <a:pt x="166849" y="-1796"/>
                  <a:pt x="158259" y="3009"/>
                  <a:pt x="155881" y="11259"/>
                </a:cubicBezTo>
                <a:lnTo>
                  <a:pt x="93762" y="228678"/>
                </a:lnTo>
                <a:cubicBezTo>
                  <a:pt x="91384" y="236928"/>
                  <a:pt x="96188" y="245518"/>
                  <a:pt x="104439" y="247896"/>
                </a:cubicBezTo>
                <a:cubicBezTo>
                  <a:pt x="112689" y="250274"/>
                  <a:pt x="121279" y="245469"/>
                  <a:pt x="123657" y="237219"/>
                </a:cubicBezTo>
                <a:lnTo>
                  <a:pt x="185776" y="19801"/>
                </a:lnTo>
                <a:cubicBezTo>
                  <a:pt x="188154" y="11550"/>
                  <a:pt x="183350" y="2960"/>
                  <a:pt x="175100" y="582"/>
                </a:cubicBezTo>
                <a:close/>
                <a:moveTo>
                  <a:pt x="206450" y="66633"/>
                </a:moveTo>
                <a:cubicBezTo>
                  <a:pt x="200384" y="72699"/>
                  <a:pt x="200384" y="82551"/>
                  <a:pt x="206450" y="88617"/>
                </a:cubicBezTo>
                <a:lnTo>
                  <a:pt x="242072" y="124239"/>
                </a:lnTo>
                <a:lnTo>
                  <a:pt x="206450" y="159861"/>
                </a:lnTo>
                <a:cubicBezTo>
                  <a:pt x="200384" y="165927"/>
                  <a:pt x="200384" y="175779"/>
                  <a:pt x="206450" y="181845"/>
                </a:cubicBezTo>
                <a:cubicBezTo>
                  <a:pt x="212517" y="187912"/>
                  <a:pt x="222369" y="187912"/>
                  <a:pt x="228435" y="181845"/>
                </a:cubicBezTo>
                <a:lnTo>
                  <a:pt x="275025" y="135256"/>
                </a:lnTo>
                <a:cubicBezTo>
                  <a:pt x="281091" y="129189"/>
                  <a:pt x="281091" y="119338"/>
                  <a:pt x="275025" y="113271"/>
                </a:cubicBezTo>
                <a:lnTo>
                  <a:pt x="228435" y="66681"/>
                </a:lnTo>
                <a:cubicBezTo>
                  <a:pt x="222369" y="60615"/>
                  <a:pt x="212517" y="60615"/>
                  <a:pt x="206450" y="66681"/>
                </a:cubicBezTo>
                <a:close/>
                <a:moveTo>
                  <a:pt x="73136" y="66633"/>
                </a:moveTo>
                <a:cubicBezTo>
                  <a:pt x="67070" y="60567"/>
                  <a:pt x="57218" y="60567"/>
                  <a:pt x="51152" y="66633"/>
                </a:cubicBezTo>
                <a:lnTo>
                  <a:pt x="4562" y="113223"/>
                </a:lnTo>
                <a:cubicBezTo>
                  <a:pt x="-1504" y="119289"/>
                  <a:pt x="-1504" y="129141"/>
                  <a:pt x="4562" y="135207"/>
                </a:cubicBezTo>
                <a:lnTo>
                  <a:pt x="51152" y="181797"/>
                </a:lnTo>
                <a:cubicBezTo>
                  <a:pt x="57218" y="187863"/>
                  <a:pt x="67070" y="187863"/>
                  <a:pt x="73136" y="181797"/>
                </a:cubicBezTo>
                <a:cubicBezTo>
                  <a:pt x="79202" y="175730"/>
                  <a:pt x="79202" y="165879"/>
                  <a:pt x="73136" y="159812"/>
                </a:cubicBezTo>
                <a:lnTo>
                  <a:pt x="37514" y="124239"/>
                </a:lnTo>
                <a:lnTo>
                  <a:pt x="73088" y="88617"/>
                </a:lnTo>
                <a:cubicBezTo>
                  <a:pt x="79154" y="82551"/>
                  <a:pt x="79154" y="72699"/>
                  <a:pt x="73088" y="6663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915228" y="5919995"/>
            <a:ext cx="4928152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os/exec Paketi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5228" y="6185038"/>
            <a:ext cx="491158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Nmap ve RustScan'i Go içinden native olarak yönetme, çıktıları gerçek zamanlı işleme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27856" y="6414880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0" y="20707"/>
                </a:moveTo>
                <a:cubicBezTo>
                  <a:pt x="0" y="13847"/>
                  <a:pt x="5565" y="8283"/>
                  <a:pt x="12424" y="8283"/>
                </a:cubicBezTo>
                <a:lnTo>
                  <a:pt x="37272" y="8283"/>
                </a:lnTo>
                <a:cubicBezTo>
                  <a:pt x="44131" y="8283"/>
                  <a:pt x="49696" y="13847"/>
                  <a:pt x="49696" y="20707"/>
                </a:cubicBezTo>
                <a:lnTo>
                  <a:pt x="49696" y="24848"/>
                </a:lnTo>
                <a:lnTo>
                  <a:pt x="82826" y="24848"/>
                </a:lnTo>
                <a:lnTo>
                  <a:pt x="82826" y="20707"/>
                </a:lnTo>
                <a:cubicBezTo>
                  <a:pt x="82826" y="13847"/>
                  <a:pt x="88391" y="8283"/>
                  <a:pt x="95250" y="8283"/>
                </a:cubicBezTo>
                <a:lnTo>
                  <a:pt x="120098" y="8283"/>
                </a:lnTo>
                <a:cubicBezTo>
                  <a:pt x="126957" y="8283"/>
                  <a:pt x="132522" y="13847"/>
                  <a:pt x="132522" y="20707"/>
                </a:cubicBezTo>
                <a:lnTo>
                  <a:pt x="132522" y="45554"/>
                </a:lnTo>
                <a:cubicBezTo>
                  <a:pt x="132522" y="52413"/>
                  <a:pt x="126957" y="57978"/>
                  <a:pt x="120098" y="57978"/>
                </a:cubicBezTo>
                <a:lnTo>
                  <a:pt x="95250" y="57978"/>
                </a:lnTo>
                <a:cubicBezTo>
                  <a:pt x="88391" y="57978"/>
                  <a:pt x="82826" y="52413"/>
                  <a:pt x="82826" y="45554"/>
                </a:cubicBezTo>
                <a:lnTo>
                  <a:pt x="82826" y="41413"/>
                </a:lnTo>
                <a:lnTo>
                  <a:pt x="49696" y="41413"/>
                </a:lnTo>
                <a:lnTo>
                  <a:pt x="49696" y="45554"/>
                </a:lnTo>
                <a:cubicBezTo>
                  <a:pt x="49696" y="47444"/>
                  <a:pt x="49256" y="49256"/>
                  <a:pt x="48505" y="50860"/>
                </a:cubicBezTo>
                <a:lnTo>
                  <a:pt x="66261" y="74543"/>
                </a:lnTo>
                <a:lnTo>
                  <a:pt x="86967" y="74543"/>
                </a:lnTo>
                <a:cubicBezTo>
                  <a:pt x="93826" y="74543"/>
                  <a:pt x="99391" y="80108"/>
                  <a:pt x="99391" y="86967"/>
                </a:cubicBezTo>
                <a:lnTo>
                  <a:pt x="99391" y="111815"/>
                </a:lnTo>
                <a:cubicBezTo>
                  <a:pt x="99391" y="118674"/>
                  <a:pt x="93826" y="124239"/>
                  <a:pt x="86967" y="124239"/>
                </a:cubicBezTo>
                <a:lnTo>
                  <a:pt x="62120" y="124239"/>
                </a:lnTo>
                <a:cubicBezTo>
                  <a:pt x="55261" y="124239"/>
                  <a:pt x="49696" y="118674"/>
                  <a:pt x="49696" y="111815"/>
                </a:cubicBezTo>
                <a:lnTo>
                  <a:pt x="49696" y="86967"/>
                </a:lnTo>
                <a:cubicBezTo>
                  <a:pt x="49696" y="85078"/>
                  <a:pt x="50136" y="83266"/>
                  <a:pt x="50886" y="81661"/>
                </a:cubicBezTo>
                <a:lnTo>
                  <a:pt x="33130" y="57978"/>
                </a:lnTo>
                <a:lnTo>
                  <a:pt x="12424" y="57978"/>
                </a:lnTo>
                <a:cubicBezTo>
                  <a:pt x="5565" y="57978"/>
                  <a:pt x="0" y="52413"/>
                  <a:pt x="0" y="45554"/>
                </a:cubicBezTo>
                <a:lnTo>
                  <a:pt x="0" y="20707"/>
                </a:ln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40" name="Text 38"/>
          <p:cNvSpPr/>
          <p:nvPr/>
        </p:nvSpPr>
        <p:spPr>
          <a:xfrm>
            <a:off x="8820156" y="6394174"/>
            <a:ext cx="31704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Görsel: Go mimari şeması - Goroutines akış diyagramı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291" y="362220"/>
            <a:ext cx="526866" cy="526866"/>
          </a:xfrm>
          <a:custGeom>
            <a:avLst/>
            <a:gdLst/>
            <a:ahLst/>
            <a:cxnLst/>
            <a:rect l="l" t="t" r="r" b="b"/>
            <a:pathLst>
              <a:path w="526866" h="526866">
                <a:moveTo>
                  <a:pt x="98787" y="0"/>
                </a:moveTo>
                <a:lnTo>
                  <a:pt x="428078" y="0"/>
                </a:lnTo>
                <a:cubicBezTo>
                  <a:pt x="482637" y="0"/>
                  <a:pt x="526866" y="44229"/>
                  <a:pt x="526866" y="98787"/>
                </a:cubicBezTo>
                <a:lnTo>
                  <a:pt x="526866" y="428078"/>
                </a:lnTo>
                <a:cubicBezTo>
                  <a:pt x="526866" y="482637"/>
                  <a:pt x="482637" y="526866"/>
                  <a:pt x="428078" y="526866"/>
                </a:cubicBezTo>
                <a:lnTo>
                  <a:pt x="98787" y="526866"/>
                </a:lnTo>
                <a:cubicBezTo>
                  <a:pt x="44229" y="526866"/>
                  <a:pt x="0" y="482637"/>
                  <a:pt x="0" y="428078"/>
                </a:cubicBezTo>
                <a:lnTo>
                  <a:pt x="0" y="98787"/>
                </a:lnTo>
                <a:cubicBezTo>
                  <a:pt x="0" y="44229"/>
                  <a:pt x="44229" y="0"/>
                  <a:pt x="98787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/>
              </a:gs>
              <a:gs pos="100000">
                <a:srgbClr val="F9731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40427" y="502169"/>
            <a:ext cx="308710" cy="246968"/>
          </a:xfrm>
          <a:custGeom>
            <a:avLst/>
            <a:gdLst/>
            <a:ahLst/>
            <a:cxnLst/>
            <a:rect l="l" t="t" r="r" b="b"/>
            <a:pathLst>
              <a:path w="308710" h="246968">
                <a:moveTo>
                  <a:pt x="200613" y="101537"/>
                </a:moveTo>
                <a:cubicBezTo>
                  <a:pt x="206498" y="99945"/>
                  <a:pt x="212672" y="102743"/>
                  <a:pt x="215325" y="108193"/>
                </a:cubicBezTo>
                <a:lnTo>
                  <a:pt x="224297" y="126330"/>
                </a:lnTo>
                <a:cubicBezTo>
                  <a:pt x="229266" y="127005"/>
                  <a:pt x="234137" y="128356"/>
                  <a:pt x="238720" y="130237"/>
                </a:cubicBezTo>
                <a:lnTo>
                  <a:pt x="255603" y="118998"/>
                </a:lnTo>
                <a:cubicBezTo>
                  <a:pt x="260667" y="115622"/>
                  <a:pt x="267372" y="116297"/>
                  <a:pt x="271665" y="120590"/>
                </a:cubicBezTo>
                <a:lnTo>
                  <a:pt x="280926" y="129851"/>
                </a:lnTo>
                <a:cubicBezTo>
                  <a:pt x="285219" y="134144"/>
                  <a:pt x="285895" y="140897"/>
                  <a:pt x="282518" y="145914"/>
                </a:cubicBezTo>
                <a:lnTo>
                  <a:pt x="271279" y="162748"/>
                </a:lnTo>
                <a:cubicBezTo>
                  <a:pt x="272196" y="165015"/>
                  <a:pt x="273016" y="167379"/>
                  <a:pt x="273691" y="169839"/>
                </a:cubicBezTo>
                <a:cubicBezTo>
                  <a:pt x="274366" y="172299"/>
                  <a:pt x="274800" y="174711"/>
                  <a:pt x="275138" y="177171"/>
                </a:cubicBezTo>
                <a:lnTo>
                  <a:pt x="293323" y="186143"/>
                </a:lnTo>
                <a:cubicBezTo>
                  <a:pt x="298774" y="188844"/>
                  <a:pt x="301571" y="195018"/>
                  <a:pt x="299980" y="200855"/>
                </a:cubicBezTo>
                <a:lnTo>
                  <a:pt x="296603" y="213492"/>
                </a:lnTo>
                <a:cubicBezTo>
                  <a:pt x="295011" y="219329"/>
                  <a:pt x="289561" y="223284"/>
                  <a:pt x="283483" y="222899"/>
                </a:cubicBezTo>
                <a:lnTo>
                  <a:pt x="263224" y="221596"/>
                </a:lnTo>
                <a:cubicBezTo>
                  <a:pt x="260185" y="225503"/>
                  <a:pt x="256664" y="229121"/>
                  <a:pt x="252660" y="232208"/>
                </a:cubicBezTo>
                <a:lnTo>
                  <a:pt x="253962" y="252419"/>
                </a:lnTo>
                <a:cubicBezTo>
                  <a:pt x="254348" y="258497"/>
                  <a:pt x="250393" y="263996"/>
                  <a:pt x="244556" y="265539"/>
                </a:cubicBezTo>
                <a:lnTo>
                  <a:pt x="231919" y="268916"/>
                </a:lnTo>
                <a:cubicBezTo>
                  <a:pt x="226034" y="270507"/>
                  <a:pt x="219908" y="267710"/>
                  <a:pt x="217207" y="262259"/>
                </a:cubicBezTo>
                <a:lnTo>
                  <a:pt x="208235" y="244122"/>
                </a:lnTo>
                <a:cubicBezTo>
                  <a:pt x="203266" y="243447"/>
                  <a:pt x="198395" y="242096"/>
                  <a:pt x="193812" y="240215"/>
                </a:cubicBezTo>
                <a:lnTo>
                  <a:pt x="176930" y="251454"/>
                </a:lnTo>
                <a:cubicBezTo>
                  <a:pt x="171865" y="254831"/>
                  <a:pt x="165160" y="254155"/>
                  <a:pt x="160867" y="249862"/>
                </a:cubicBezTo>
                <a:lnTo>
                  <a:pt x="151606" y="240601"/>
                </a:lnTo>
                <a:cubicBezTo>
                  <a:pt x="147313" y="236308"/>
                  <a:pt x="146637" y="229603"/>
                  <a:pt x="150014" y="224539"/>
                </a:cubicBezTo>
                <a:lnTo>
                  <a:pt x="161253" y="207656"/>
                </a:lnTo>
                <a:cubicBezTo>
                  <a:pt x="160336" y="205389"/>
                  <a:pt x="159516" y="203025"/>
                  <a:pt x="158841" y="200565"/>
                </a:cubicBezTo>
                <a:cubicBezTo>
                  <a:pt x="158166" y="198105"/>
                  <a:pt x="157732" y="195645"/>
                  <a:pt x="157394" y="193233"/>
                </a:cubicBezTo>
                <a:lnTo>
                  <a:pt x="139209" y="184261"/>
                </a:lnTo>
                <a:cubicBezTo>
                  <a:pt x="133758" y="181560"/>
                  <a:pt x="131009" y="175386"/>
                  <a:pt x="132552" y="169550"/>
                </a:cubicBezTo>
                <a:lnTo>
                  <a:pt x="135929" y="156912"/>
                </a:lnTo>
                <a:cubicBezTo>
                  <a:pt x="137521" y="151075"/>
                  <a:pt x="142971" y="147120"/>
                  <a:pt x="149049" y="147506"/>
                </a:cubicBezTo>
                <a:lnTo>
                  <a:pt x="169260" y="148808"/>
                </a:lnTo>
                <a:cubicBezTo>
                  <a:pt x="172299" y="144901"/>
                  <a:pt x="175820" y="141283"/>
                  <a:pt x="179824" y="138196"/>
                </a:cubicBezTo>
                <a:lnTo>
                  <a:pt x="178521" y="118033"/>
                </a:lnTo>
                <a:cubicBezTo>
                  <a:pt x="178136" y="111956"/>
                  <a:pt x="182091" y="106457"/>
                  <a:pt x="187927" y="104913"/>
                </a:cubicBezTo>
                <a:lnTo>
                  <a:pt x="200565" y="101537"/>
                </a:lnTo>
                <a:close/>
                <a:moveTo>
                  <a:pt x="216290" y="164002"/>
                </a:moveTo>
                <a:cubicBezTo>
                  <a:pt x="204576" y="164016"/>
                  <a:pt x="195077" y="173537"/>
                  <a:pt x="195090" y="185250"/>
                </a:cubicBezTo>
                <a:cubicBezTo>
                  <a:pt x="195104" y="196964"/>
                  <a:pt x="204625" y="206463"/>
                  <a:pt x="216338" y="206450"/>
                </a:cubicBezTo>
                <a:cubicBezTo>
                  <a:pt x="228052" y="206437"/>
                  <a:pt x="237551" y="196916"/>
                  <a:pt x="237538" y="185202"/>
                </a:cubicBezTo>
                <a:cubicBezTo>
                  <a:pt x="237525" y="173488"/>
                  <a:pt x="228004" y="163989"/>
                  <a:pt x="216290" y="164002"/>
                </a:cubicBezTo>
                <a:close/>
                <a:moveTo>
                  <a:pt x="108483" y="-21947"/>
                </a:moveTo>
                <a:lnTo>
                  <a:pt x="121121" y="-18571"/>
                </a:lnTo>
                <a:cubicBezTo>
                  <a:pt x="126957" y="-16979"/>
                  <a:pt x="130912" y="-11480"/>
                  <a:pt x="130527" y="-5451"/>
                </a:cubicBezTo>
                <a:lnTo>
                  <a:pt x="129224" y="14712"/>
                </a:lnTo>
                <a:cubicBezTo>
                  <a:pt x="133228" y="17799"/>
                  <a:pt x="136749" y="21369"/>
                  <a:pt x="139788" y="25324"/>
                </a:cubicBezTo>
                <a:lnTo>
                  <a:pt x="160047" y="24022"/>
                </a:lnTo>
                <a:cubicBezTo>
                  <a:pt x="166077" y="23636"/>
                  <a:pt x="171575" y="27591"/>
                  <a:pt x="173167" y="33428"/>
                </a:cubicBezTo>
                <a:lnTo>
                  <a:pt x="176544" y="46065"/>
                </a:lnTo>
                <a:cubicBezTo>
                  <a:pt x="178087" y="51902"/>
                  <a:pt x="175338" y="58076"/>
                  <a:pt x="169887" y="60777"/>
                </a:cubicBezTo>
                <a:lnTo>
                  <a:pt x="151702" y="69749"/>
                </a:lnTo>
                <a:cubicBezTo>
                  <a:pt x="151365" y="72209"/>
                  <a:pt x="150882" y="74669"/>
                  <a:pt x="150255" y="77081"/>
                </a:cubicBezTo>
                <a:cubicBezTo>
                  <a:pt x="149628" y="79493"/>
                  <a:pt x="148760" y="81905"/>
                  <a:pt x="147843" y="84172"/>
                </a:cubicBezTo>
                <a:lnTo>
                  <a:pt x="159082" y="101054"/>
                </a:lnTo>
                <a:cubicBezTo>
                  <a:pt x="162459" y="106119"/>
                  <a:pt x="161784" y="112824"/>
                  <a:pt x="157491" y="117117"/>
                </a:cubicBezTo>
                <a:lnTo>
                  <a:pt x="148229" y="126378"/>
                </a:lnTo>
                <a:cubicBezTo>
                  <a:pt x="143936" y="130671"/>
                  <a:pt x="137231" y="131347"/>
                  <a:pt x="132167" y="127970"/>
                </a:cubicBezTo>
                <a:lnTo>
                  <a:pt x="115284" y="116731"/>
                </a:lnTo>
                <a:cubicBezTo>
                  <a:pt x="110702" y="118612"/>
                  <a:pt x="105830" y="119963"/>
                  <a:pt x="100861" y="120638"/>
                </a:cubicBezTo>
                <a:lnTo>
                  <a:pt x="91890" y="138775"/>
                </a:lnTo>
                <a:cubicBezTo>
                  <a:pt x="89188" y="144226"/>
                  <a:pt x="83014" y="146975"/>
                  <a:pt x="77178" y="145432"/>
                </a:cubicBezTo>
                <a:lnTo>
                  <a:pt x="64540" y="142055"/>
                </a:lnTo>
                <a:cubicBezTo>
                  <a:pt x="58655" y="140463"/>
                  <a:pt x="54748" y="134964"/>
                  <a:pt x="55134" y="128935"/>
                </a:cubicBezTo>
                <a:lnTo>
                  <a:pt x="56436" y="108724"/>
                </a:lnTo>
                <a:cubicBezTo>
                  <a:pt x="52433" y="105637"/>
                  <a:pt x="48911" y="102067"/>
                  <a:pt x="45872" y="98112"/>
                </a:cubicBezTo>
                <a:lnTo>
                  <a:pt x="25613" y="99414"/>
                </a:lnTo>
                <a:cubicBezTo>
                  <a:pt x="19584" y="99800"/>
                  <a:pt x="14085" y="95845"/>
                  <a:pt x="12493" y="90008"/>
                </a:cubicBezTo>
                <a:lnTo>
                  <a:pt x="9117" y="77371"/>
                </a:lnTo>
                <a:cubicBezTo>
                  <a:pt x="7573" y="71534"/>
                  <a:pt x="10323" y="65360"/>
                  <a:pt x="15773" y="62659"/>
                </a:cubicBezTo>
                <a:lnTo>
                  <a:pt x="33958" y="53687"/>
                </a:lnTo>
                <a:cubicBezTo>
                  <a:pt x="34296" y="51227"/>
                  <a:pt x="34778" y="48815"/>
                  <a:pt x="35405" y="46355"/>
                </a:cubicBezTo>
                <a:cubicBezTo>
                  <a:pt x="36081" y="43895"/>
                  <a:pt x="36852" y="41531"/>
                  <a:pt x="37817" y="39264"/>
                </a:cubicBezTo>
                <a:lnTo>
                  <a:pt x="26578" y="22430"/>
                </a:lnTo>
                <a:cubicBezTo>
                  <a:pt x="23202" y="17365"/>
                  <a:pt x="23877" y="10660"/>
                  <a:pt x="28170" y="6367"/>
                </a:cubicBezTo>
                <a:lnTo>
                  <a:pt x="37431" y="-2894"/>
                </a:lnTo>
                <a:cubicBezTo>
                  <a:pt x="41724" y="-7187"/>
                  <a:pt x="48429" y="-7862"/>
                  <a:pt x="53494" y="-4486"/>
                </a:cubicBezTo>
                <a:lnTo>
                  <a:pt x="70376" y="6753"/>
                </a:lnTo>
                <a:cubicBezTo>
                  <a:pt x="74959" y="4872"/>
                  <a:pt x="79831" y="3521"/>
                  <a:pt x="84799" y="2846"/>
                </a:cubicBezTo>
                <a:lnTo>
                  <a:pt x="93771" y="-15291"/>
                </a:lnTo>
                <a:cubicBezTo>
                  <a:pt x="96472" y="-20741"/>
                  <a:pt x="102598" y="-23491"/>
                  <a:pt x="108483" y="-21947"/>
                </a:cubicBezTo>
                <a:close/>
                <a:moveTo>
                  <a:pt x="92806" y="40518"/>
                </a:moveTo>
                <a:cubicBezTo>
                  <a:pt x="81092" y="40518"/>
                  <a:pt x="71582" y="50028"/>
                  <a:pt x="71582" y="61742"/>
                </a:cubicBezTo>
                <a:cubicBezTo>
                  <a:pt x="71582" y="73456"/>
                  <a:pt x="81092" y="82966"/>
                  <a:pt x="92806" y="82966"/>
                </a:cubicBezTo>
                <a:cubicBezTo>
                  <a:pt x="104520" y="82966"/>
                  <a:pt x="114030" y="73456"/>
                  <a:pt x="114030" y="61742"/>
                </a:cubicBezTo>
                <a:cubicBezTo>
                  <a:pt x="114030" y="50028"/>
                  <a:pt x="104520" y="40518"/>
                  <a:pt x="92806" y="405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87873" y="329291"/>
            <a:ext cx="3334072" cy="32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Çevresel Profil Çıkarma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873" y="691511"/>
            <a:ext cx="3268213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Dinamik "Sweet Spot" Algoritması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756" y="1119589"/>
            <a:ext cx="11516953" cy="963176"/>
          </a:xfrm>
          <a:custGeom>
            <a:avLst/>
            <a:gdLst/>
            <a:ahLst/>
            <a:cxnLst/>
            <a:rect l="l" t="t" r="r" b="b"/>
            <a:pathLst>
              <a:path w="11516953" h="963176">
                <a:moveTo>
                  <a:pt x="0" y="0"/>
                </a:moveTo>
                <a:lnTo>
                  <a:pt x="11418170" y="0"/>
                </a:lnTo>
                <a:cubicBezTo>
                  <a:pt x="11472727" y="0"/>
                  <a:pt x="11516953" y="44227"/>
                  <a:pt x="11516953" y="98783"/>
                </a:cubicBezTo>
                <a:lnTo>
                  <a:pt x="11516953" y="864393"/>
                </a:lnTo>
                <a:cubicBezTo>
                  <a:pt x="11516953" y="918949"/>
                  <a:pt x="11472727" y="963176"/>
                  <a:pt x="11418170" y="963176"/>
                </a:cubicBezTo>
                <a:lnTo>
                  <a:pt x="0" y="96317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50000">
                <a:srgbClr val="F9731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45756" y="1119589"/>
            <a:ext cx="32929" cy="963176"/>
          </a:xfrm>
          <a:custGeom>
            <a:avLst/>
            <a:gdLst/>
            <a:ahLst/>
            <a:cxnLst/>
            <a:rect l="l" t="t" r="r" b="b"/>
            <a:pathLst>
              <a:path w="32929" h="963176">
                <a:moveTo>
                  <a:pt x="0" y="0"/>
                </a:moveTo>
                <a:lnTo>
                  <a:pt x="32929" y="0"/>
                </a:lnTo>
                <a:lnTo>
                  <a:pt x="32929" y="963176"/>
                </a:lnTo>
                <a:lnTo>
                  <a:pt x="0" y="963176"/>
                </a:lnTo>
                <a:lnTo>
                  <a:pt x="0" y="0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545388" y="1317164"/>
            <a:ext cx="333407" cy="296362"/>
          </a:xfrm>
          <a:custGeom>
            <a:avLst/>
            <a:gdLst/>
            <a:ahLst/>
            <a:cxnLst/>
            <a:rect l="l" t="t" r="r" b="b"/>
            <a:pathLst>
              <a:path w="333407" h="296362">
                <a:moveTo>
                  <a:pt x="179148" y="-10940"/>
                </a:moveTo>
                <a:cubicBezTo>
                  <a:pt x="176775" y="-15571"/>
                  <a:pt x="171971" y="-18523"/>
                  <a:pt x="166761" y="-18523"/>
                </a:cubicBezTo>
                <a:cubicBezTo>
                  <a:pt x="161552" y="-18523"/>
                  <a:pt x="156748" y="-15571"/>
                  <a:pt x="154374" y="-10940"/>
                </a:cubicBezTo>
                <a:lnTo>
                  <a:pt x="111772" y="72528"/>
                </a:lnTo>
                <a:lnTo>
                  <a:pt x="19217" y="87230"/>
                </a:lnTo>
                <a:cubicBezTo>
                  <a:pt x="14066" y="88040"/>
                  <a:pt x="9782" y="91687"/>
                  <a:pt x="8162" y="96665"/>
                </a:cubicBezTo>
                <a:cubicBezTo>
                  <a:pt x="6541" y="101643"/>
                  <a:pt x="7872" y="107084"/>
                  <a:pt x="11519" y="110788"/>
                </a:cubicBezTo>
                <a:lnTo>
                  <a:pt x="77737" y="177065"/>
                </a:lnTo>
                <a:lnTo>
                  <a:pt x="63151" y="269620"/>
                </a:lnTo>
                <a:cubicBezTo>
                  <a:pt x="62340" y="274771"/>
                  <a:pt x="64482" y="279981"/>
                  <a:pt x="68707" y="283049"/>
                </a:cubicBezTo>
                <a:cubicBezTo>
                  <a:pt x="72933" y="286117"/>
                  <a:pt x="78490" y="286580"/>
                  <a:pt x="83178" y="284206"/>
                </a:cubicBezTo>
                <a:lnTo>
                  <a:pt x="166761" y="241720"/>
                </a:lnTo>
                <a:lnTo>
                  <a:pt x="250287" y="284206"/>
                </a:lnTo>
                <a:cubicBezTo>
                  <a:pt x="254918" y="286580"/>
                  <a:pt x="260532" y="286117"/>
                  <a:pt x="264758" y="283049"/>
                </a:cubicBezTo>
                <a:cubicBezTo>
                  <a:pt x="268983" y="279981"/>
                  <a:pt x="271125" y="274829"/>
                  <a:pt x="270314" y="269620"/>
                </a:cubicBezTo>
                <a:lnTo>
                  <a:pt x="255670" y="177065"/>
                </a:lnTo>
                <a:lnTo>
                  <a:pt x="321888" y="110788"/>
                </a:lnTo>
                <a:cubicBezTo>
                  <a:pt x="325593" y="107084"/>
                  <a:pt x="326866" y="101643"/>
                  <a:pt x="325246" y="96665"/>
                </a:cubicBezTo>
                <a:cubicBezTo>
                  <a:pt x="323625" y="91687"/>
                  <a:pt x="319399" y="88040"/>
                  <a:pt x="314190" y="87230"/>
                </a:cubicBezTo>
                <a:lnTo>
                  <a:pt x="221693" y="72528"/>
                </a:lnTo>
                <a:lnTo>
                  <a:pt x="179148" y="-10940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29034" y="1284235"/>
            <a:ext cx="9417723" cy="29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4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Projenin En Yenilikçi Yönü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9034" y="1646455"/>
            <a:ext cx="9376562" cy="27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6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Sabit hız kullanmak yerine, sistem </a:t>
            </a:r>
            <a:pPr>
              <a:lnSpc>
                <a:spcPct val="140000"/>
              </a:lnSpc>
            </a:pPr>
            <a:r>
              <a:rPr lang="en-US" sz="129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kendi kendini optimize ediyor</a:t>
            </a:r>
            <a:pPr>
              <a:lnSpc>
                <a:spcPct val="140000"/>
              </a:lnSpc>
            </a:pPr>
            <a:r>
              <a:rPr lang="en-US" sz="1296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Ağ ve sistem kaynaklarını analiz ederek anlık ayarlamalar yapıyor.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407" y="2280340"/>
            <a:ext cx="5655573" cy="2873064"/>
          </a:xfrm>
          <a:custGeom>
            <a:avLst/>
            <a:gdLst/>
            <a:ahLst/>
            <a:cxnLst/>
            <a:rect l="l" t="t" r="r" b="b"/>
            <a:pathLst>
              <a:path w="5655573" h="2873064">
                <a:moveTo>
                  <a:pt x="98776" y="0"/>
                </a:moveTo>
                <a:lnTo>
                  <a:pt x="5556797" y="0"/>
                </a:lnTo>
                <a:cubicBezTo>
                  <a:pt x="5611350" y="0"/>
                  <a:pt x="5655573" y="44223"/>
                  <a:pt x="5655573" y="98776"/>
                </a:cubicBezTo>
                <a:lnTo>
                  <a:pt x="5655573" y="2774288"/>
                </a:lnTo>
                <a:cubicBezTo>
                  <a:pt x="5655573" y="2828841"/>
                  <a:pt x="5611350" y="2873064"/>
                  <a:pt x="5556797" y="2873064"/>
                </a:cubicBezTo>
                <a:lnTo>
                  <a:pt x="98776" y="2873064"/>
                </a:lnTo>
                <a:cubicBezTo>
                  <a:pt x="44223" y="2873064"/>
                  <a:pt x="0" y="2828841"/>
                  <a:pt x="0" y="2774288"/>
                </a:cubicBezTo>
                <a:lnTo>
                  <a:pt x="0" y="98776"/>
                </a:lnTo>
                <a:cubicBezTo>
                  <a:pt x="0" y="44223"/>
                  <a:pt x="44223" y="0"/>
                  <a:pt x="9877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5098" y="2482031"/>
            <a:ext cx="461007" cy="461007"/>
          </a:xfrm>
          <a:custGeom>
            <a:avLst/>
            <a:gdLst/>
            <a:ahLst/>
            <a:cxnLst/>
            <a:rect l="l" t="t" r="r" b="b"/>
            <a:pathLst>
              <a:path w="461007" h="461007">
                <a:moveTo>
                  <a:pt x="98789" y="0"/>
                </a:moveTo>
                <a:lnTo>
                  <a:pt x="362218" y="0"/>
                </a:lnTo>
                <a:cubicBezTo>
                  <a:pt x="416741" y="0"/>
                  <a:pt x="461007" y="44266"/>
                  <a:pt x="461007" y="98789"/>
                </a:cubicBezTo>
                <a:lnTo>
                  <a:pt x="461007" y="362218"/>
                </a:lnTo>
                <a:cubicBezTo>
                  <a:pt x="461007" y="416741"/>
                  <a:pt x="416741" y="461007"/>
                  <a:pt x="362218" y="461007"/>
                </a:cubicBezTo>
                <a:lnTo>
                  <a:pt x="98789" y="461007"/>
                </a:lnTo>
                <a:cubicBezTo>
                  <a:pt x="44266" y="461007"/>
                  <a:pt x="0" y="416741"/>
                  <a:pt x="0" y="362218"/>
                </a:cubicBezTo>
                <a:lnTo>
                  <a:pt x="0" y="98789"/>
                </a:lnTo>
                <a:cubicBezTo>
                  <a:pt x="0" y="44266"/>
                  <a:pt x="44266" y="0"/>
                  <a:pt x="9878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4176" y="2589051"/>
            <a:ext cx="246968" cy="246968"/>
          </a:xfrm>
          <a:custGeom>
            <a:avLst/>
            <a:gdLst/>
            <a:ahLst/>
            <a:cxnLst/>
            <a:rect l="l" t="t" r="r" b="b"/>
            <a:pathLst>
              <a:path w="246968" h="246968">
                <a:moveTo>
                  <a:pt x="0" y="123484"/>
                </a:moveTo>
                <a:cubicBezTo>
                  <a:pt x="0" y="55331"/>
                  <a:pt x="55331" y="0"/>
                  <a:pt x="123484" y="0"/>
                </a:cubicBezTo>
                <a:cubicBezTo>
                  <a:pt x="191637" y="0"/>
                  <a:pt x="246968" y="55331"/>
                  <a:pt x="246968" y="123484"/>
                </a:cubicBezTo>
                <a:cubicBezTo>
                  <a:pt x="246968" y="191637"/>
                  <a:pt x="191637" y="246968"/>
                  <a:pt x="123484" y="246968"/>
                </a:cubicBezTo>
                <a:cubicBezTo>
                  <a:pt x="55331" y="246968"/>
                  <a:pt x="0" y="191637"/>
                  <a:pt x="0" y="123484"/>
                </a:cubicBezTo>
                <a:close/>
                <a:moveTo>
                  <a:pt x="138920" y="46307"/>
                </a:moveTo>
                <a:cubicBezTo>
                  <a:pt x="138920" y="37787"/>
                  <a:pt x="132003" y="30871"/>
                  <a:pt x="123484" y="30871"/>
                </a:cubicBezTo>
                <a:cubicBezTo>
                  <a:pt x="114965" y="30871"/>
                  <a:pt x="108049" y="37787"/>
                  <a:pt x="108049" y="46307"/>
                </a:cubicBezTo>
                <a:cubicBezTo>
                  <a:pt x="108049" y="54826"/>
                  <a:pt x="114965" y="61742"/>
                  <a:pt x="123484" y="61742"/>
                </a:cubicBezTo>
                <a:cubicBezTo>
                  <a:pt x="132003" y="61742"/>
                  <a:pt x="138920" y="54826"/>
                  <a:pt x="138920" y="46307"/>
                </a:cubicBezTo>
                <a:close/>
                <a:moveTo>
                  <a:pt x="123484" y="200662"/>
                </a:moveTo>
                <a:cubicBezTo>
                  <a:pt x="140511" y="200662"/>
                  <a:pt x="154355" y="186818"/>
                  <a:pt x="154355" y="169791"/>
                </a:cubicBezTo>
                <a:cubicBezTo>
                  <a:pt x="154355" y="161976"/>
                  <a:pt x="151461" y="154789"/>
                  <a:pt x="146637" y="149387"/>
                </a:cubicBezTo>
                <a:lnTo>
                  <a:pt x="180161" y="82387"/>
                </a:lnTo>
                <a:cubicBezTo>
                  <a:pt x="183007" y="76647"/>
                  <a:pt x="180692" y="69701"/>
                  <a:pt x="175000" y="66855"/>
                </a:cubicBezTo>
                <a:cubicBezTo>
                  <a:pt x="169308" y="64009"/>
                  <a:pt x="162314" y="66324"/>
                  <a:pt x="159468" y="72016"/>
                </a:cubicBezTo>
                <a:lnTo>
                  <a:pt x="125944" y="139016"/>
                </a:lnTo>
                <a:cubicBezTo>
                  <a:pt x="125124" y="138968"/>
                  <a:pt x="124304" y="138920"/>
                  <a:pt x="123484" y="138920"/>
                </a:cubicBezTo>
                <a:cubicBezTo>
                  <a:pt x="106457" y="138920"/>
                  <a:pt x="92613" y="152763"/>
                  <a:pt x="92613" y="169791"/>
                </a:cubicBezTo>
                <a:cubicBezTo>
                  <a:pt x="92613" y="186818"/>
                  <a:pt x="106457" y="200662"/>
                  <a:pt x="123484" y="200662"/>
                </a:cubicBezTo>
                <a:close/>
                <a:moveTo>
                  <a:pt x="84895" y="69460"/>
                </a:moveTo>
                <a:cubicBezTo>
                  <a:pt x="84895" y="60941"/>
                  <a:pt x="77979" y="54024"/>
                  <a:pt x="69460" y="54024"/>
                </a:cubicBezTo>
                <a:cubicBezTo>
                  <a:pt x="60941" y="54024"/>
                  <a:pt x="54024" y="60941"/>
                  <a:pt x="54024" y="69460"/>
                </a:cubicBezTo>
                <a:cubicBezTo>
                  <a:pt x="54024" y="77979"/>
                  <a:pt x="60941" y="84895"/>
                  <a:pt x="69460" y="84895"/>
                </a:cubicBezTo>
                <a:cubicBezTo>
                  <a:pt x="77979" y="84895"/>
                  <a:pt x="84895" y="77979"/>
                  <a:pt x="84895" y="69460"/>
                </a:cubicBezTo>
                <a:close/>
                <a:moveTo>
                  <a:pt x="46307" y="138920"/>
                </a:moveTo>
                <a:cubicBezTo>
                  <a:pt x="54826" y="138920"/>
                  <a:pt x="61742" y="132003"/>
                  <a:pt x="61742" y="123484"/>
                </a:cubicBezTo>
                <a:cubicBezTo>
                  <a:pt x="61742" y="114965"/>
                  <a:pt x="54826" y="108049"/>
                  <a:pt x="46307" y="108049"/>
                </a:cubicBezTo>
                <a:cubicBezTo>
                  <a:pt x="37787" y="108049"/>
                  <a:pt x="30871" y="114965"/>
                  <a:pt x="30871" y="123484"/>
                </a:cubicBezTo>
                <a:cubicBezTo>
                  <a:pt x="30871" y="132003"/>
                  <a:pt x="37787" y="138920"/>
                  <a:pt x="46307" y="138920"/>
                </a:cubicBezTo>
                <a:close/>
                <a:moveTo>
                  <a:pt x="216097" y="123484"/>
                </a:moveTo>
                <a:cubicBezTo>
                  <a:pt x="216097" y="114965"/>
                  <a:pt x="209181" y="108049"/>
                  <a:pt x="200662" y="108049"/>
                </a:cubicBezTo>
                <a:cubicBezTo>
                  <a:pt x="192143" y="108049"/>
                  <a:pt x="185226" y="114965"/>
                  <a:pt x="185226" y="123484"/>
                </a:cubicBezTo>
                <a:cubicBezTo>
                  <a:pt x="185226" y="132003"/>
                  <a:pt x="192143" y="138920"/>
                  <a:pt x="200662" y="138920"/>
                </a:cubicBezTo>
                <a:cubicBezTo>
                  <a:pt x="209181" y="138920"/>
                  <a:pt x="216097" y="132003"/>
                  <a:pt x="216097" y="1234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4893" y="2580818"/>
            <a:ext cx="1119589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RTT Analizi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5098" y="3107684"/>
            <a:ext cx="5252192" cy="757369"/>
          </a:xfrm>
          <a:custGeom>
            <a:avLst/>
            <a:gdLst/>
            <a:ahLst/>
            <a:cxnLst/>
            <a:rect l="l" t="t" r="r" b="b"/>
            <a:pathLst>
              <a:path w="5252192" h="757369">
                <a:moveTo>
                  <a:pt x="65861" y="0"/>
                </a:moveTo>
                <a:lnTo>
                  <a:pt x="5186331" y="0"/>
                </a:lnTo>
                <a:cubicBezTo>
                  <a:pt x="5222705" y="0"/>
                  <a:pt x="5252192" y="29487"/>
                  <a:pt x="5252192" y="65861"/>
                </a:cubicBezTo>
                <a:lnTo>
                  <a:pt x="5252192" y="691509"/>
                </a:lnTo>
                <a:cubicBezTo>
                  <a:pt x="5252192" y="727882"/>
                  <a:pt x="5222705" y="757369"/>
                  <a:pt x="5186331" y="757369"/>
                </a:cubicBezTo>
                <a:lnTo>
                  <a:pt x="65861" y="757369"/>
                </a:lnTo>
                <a:cubicBezTo>
                  <a:pt x="29487" y="757369"/>
                  <a:pt x="0" y="727882"/>
                  <a:pt x="0" y="691509"/>
                </a:cubicBezTo>
                <a:lnTo>
                  <a:pt x="0" y="65861"/>
                </a:lnTo>
                <a:cubicBezTo>
                  <a:pt x="0" y="29511"/>
                  <a:pt x="29511" y="0"/>
                  <a:pt x="6586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78134" y="3276446"/>
            <a:ext cx="166704" cy="148181"/>
          </a:xfrm>
          <a:custGeom>
            <a:avLst/>
            <a:gdLst/>
            <a:ahLst/>
            <a:cxnLst/>
            <a:rect l="l" t="t" r="r" b="b"/>
            <a:pathLst>
              <a:path w="166704" h="148181">
                <a:moveTo>
                  <a:pt x="25440" y="3328"/>
                </a:moveTo>
                <a:cubicBezTo>
                  <a:pt x="22169" y="1331"/>
                  <a:pt x="17886" y="2402"/>
                  <a:pt x="15889" y="5673"/>
                </a:cubicBezTo>
                <a:cubicBezTo>
                  <a:pt x="8711" y="17539"/>
                  <a:pt x="4602" y="31460"/>
                  <a:pt x="4602" y="46307"/>
                </a:cubicBezTo>
                <a:cubicBezTo>
                  <a:pt x="4602" y="61154"/>
                  <a:pt x="8711" y="75074"/>
                  <a:pt x="15889" y="86941"/>
                </a:cubicBezTo>
                <a:cubicBezTo>
                  <a:pt x="17886" y="90211"/>
                  <a:pt x="22140" y="91282"/>
                  <a:pt x="25440" y="89285"/>
                </a:cubicBezTo>
                <a:cubicBezTo>
                  <a:pt x="28739" y="87288"/>
                  <a:pt x="29781" y="83033"/>
                  <a:pt x="27784" y="79734"/>
                </a:cubicBezTo>
                <a:cubicBezTo>
                  <a:pt x="21909" y="70010"/>
                  <a:pt x="18523" y="58549"/>
                  <a:pt x="18523" y="46307"/>
                </a:cubicBezTo>
                <a:cubicBezTo>
                  <a:pt x="18523" y="34064"/>
                  <a:pt x="21909" y="22603"/>
                  <a:pt x="27813" y="12850"/>
                </a:cubicBezTo>
                <a:cubicBezTo>
                  <a:pt x="29810" y="9580"/>
                  <a:pt x="28739" y="5296"/>
                  <a:pt x="25469" y="3299"/>
                </a:cubicBezTo>
                <a:close/>
                <a:moveTo>
                  <a:pt x="141235" y="3328"/>
                </a:moveTo>
                <a:cubicBezTo>
                  <a:pt x="137965" y="5325"/>
                  <a:pt x="136894" y="9580"/>
                  <a:pt x="138891" y="12879"/>
                </a:cubicBezTo>
                <a:cubicBezTo>
                  <a:pt x="144795" y="22632"/>
                  <a:pt x="148181" y="34093"/>
                  <a:pt x="148181" y="46335"/>
                </a:cubicBezTo>
                <a:cubicBezTo>
                  <a:pt x="148181" y="58578"/>
                  <a:pt x="144795" y="70039"/>
                  <a:pt x="138891" y="79792"/>
                </a:cubicBezTo>
                <a:cubicBezTo>
                  <a:pt x="136894" y="83062"/>
                  <a:pt x="137965" y="87346"/>
                  <a:pt x="141235" y="89343"/>
                </a:cubicBezTo>
                <a:cubicBezTo>
                  <a:pt x="144505" y="91340"/>
                  <a:pt x="148789" y="90269"/>
                  <a:pt x="150786" y="86998"/>
                </a:cubicBezTo>
                <a:cubicBezTo>
                  <a:pt x="157963" y="75132"/>
                  <a:pt x="162073" y="61211"/>
                  <a:pt x="162073" y="46364"/>
                </a:cubicBezTo>
                <a:cubicBezTo>
                  <a:pt x="162073" y="31517"/>
                  <a:pt x="157963" y="17539"/>
                  <a:pt x="150786" y="5673"/>
                </a:cubicBezTo>
                <a:cubicBezTo>
                  <a:pt x="148789" y="2402"/>
                  <a:pt x="144534" y="1331"/>
                  <a:pt x="141235" y="3328"/>
                </a:cubicBezTo>
                <a:close/>
                <a:moveTo>
                  <a:pt x="92613" y="62340"/>
                </a:moveTo>
                <a:cubicBezTo>
                  <a:pt x="98141" y="59128"/>
                  <a:pt x="101874" y="53166"/>
                  <a:pt x="101874" y="46307"/>
                </a:cubicBezTo>
                <a:cubicBezTo>
                  <a:pt x="101874" y="36090"/>
                  <a:pt x="93568" y="27784"/>
                  <a:pt x="83352" y="27784"/>
                </a:cubicBezTo>
                <a:cubicBezTo>
                  <a:pt x="73135" y="27784"/>
                  <a:pt x="64829" y="36090"/>
                  <a:pt x="64829" y="46307"/>
                </a:cubicBezTo>
                <a:cubicBezTo>
                  <a:pt x="64829" y="53166"/>
                  <a:pt x="68563" y="59157"/>
                  <a:pt x="74090" y="62340"/>
                </a:cubicBezTo>
                <a:lnTo>
                  <a:pt x="74090" y="138920"/>
                </a:lnTo>
                <a:cubicBezTo>
                  <a:pt x="74090" y="144042"/>
                  <a:pt x="78229" y="148181"/>
                  <a:pt x="83352" y="148181"/>
                </a:cubicBezTo>
                <a:cubicBezTo>
                  <a:pt x="88474" y="148181"/>
                  <a:pt x="92613" y="144042"/>
                  <a:pt x="92613" y="138920"/>
                </a:cubicBezTo>
                <a:lnTo>
                  <a:pt x="92613" y="62340"/>
                </a:lnTo>
                <a:close/>
                <a:moveTo>
                  <a:pt x="52153" y="26337"/>
                </a:moveTo>
                <a:cubicBezTo>
                  <a:pt x="54237" y="23095"/>
                  <a:pt x="53281" y="18812"/>
                  <a:pt x="50069" y="16728"/>
                </a:cubicBezTo>
                <a:cubicBezTo>
                  <a:pt x="46856" y="14644"/>
                  <a:pt x="42544" y="15600"/>
                  <a:pt x="40460" y="18812"/>
                </a:cubicBezTo>
                <a:cubicBezTo>
                  <a:pt x="35367" y="26742"/>
                  <a:pt x="32415" y="36177"/>
                  <a:pt x="32415" y="46307"/>
                </a:cubicBezTo>
                <a:cubicBezTo>
                  <a:pt x="32415" y="56436"/>
                  <a:pt x="35367" y="65871"/>
                  <a:pt x="40460" y="73801"/>
                </a:cubicBezTo>
                <a:cubicBezTo>
                  <a:pt x="42544" y="77043"/>
                  <a:pt x="46827" y="77969"/>
                  <a:pt x="50069" y="75885"/>
                </a:cubicBezTo>
                <a:cubicBezTo>
                  <a:pt x="53310" y="73801"/>
                  <a:pt x="54237" y="69518"/>
                  <a:pt x="52153" y="66276"/>
                </a:cubicBezTo>
                <a:cubicBezTo>
                  <a:pt x="48448" y="60517"/>
                  <a:pt x="46307" y="53658"/>
                  <a:pt x="46307" y="46307"/>
                </a:cubicBezTo>
                <a:cubicBezTo>
                  <a:pt x="46307" y="38955"/>
                  <a:pt x="48448" y="32096"/>
                  <a:pt x="52153" y="26337"/>
                </a:cubicBezTo>
                <a:close/>
                <a:moveTo>
                  <a:pt x="126243" y="18812"/>
                </a:moveTo>
                <a:cubicBezTo>
                  <a:pt x="124159" y="15571"/>
                  <a:pt x="119876" y="14644"/>
                  <a:pt x="116635" y="16728"/>
                </a:cubicBezTo>
                <a:cubicBezTo>
                  <a:pt x="113393" y="18812"/>
                  <a:pt x="112467" y="23095"/>
                  <a:pt x="114551" y="26337"/>
                </a:cubicBezTo>
                <a:cubicBezTo>
                  <a:pt x="118255" y="32096"/>
                  <a:pt x="120397" y="38955"/>
                  <a:pt x="120397" y="46307"/>
                </a:cubicBezTo>
                <a:cubicBezTo>
                  <a:pt x="120397" y="53658"/>
                  <a:pt x="118255" y="60517"/>
                  <a:pt x="114551" y="66276"/>
                </a:cubicBezTo>
                <a:cubicBezTo>
                  <a:pt x="112467" y="69518"/>
                  <a:pt x="113422" y="73801"/>
                  <a:pt x="116635" y="75885"/>
                </a:cubicBezTo>
                <a:cubicBezTo>
                  <a:pt x="119847" y="77969"/>
                  <a:pt x="124159" y="77014"/>
                  <a:pt x="126243" y="73801"/>
                </a:cubicBezTo>
                <a:cubicBezTo>
                  <a:pt x="131337" y="65871"/>
                  <a:pt x="134289" y="56436"/>
                  <a:pt x="134289" y="46307"/>
                </a:cubicBezTo>
                <a:cubicBezTo>
                  <a:pt x="134289" y="36177"/>
                  <a:pt x="131337" y="26742"/>
                  <a:pt x="126243" y="188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98847" y="3239400"/>
            <a:ext cx="4830817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ICMP Probing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6814" y="3535762"/>
            <a:ext cx="5054617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Hedefe ICMP paketleri göndererek gecikme ölçümü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214" y="4000886"/>
            <a:ext cx="2568470" cy="765602"/>
          </a:xfrm>
          <a:custGeom>
            <a:avLst/>
            <a:gdLst/>
            <a:ahLst/>
            <a:cxnLst/>
            <a:rect l="l" t="t" r="r" b="b"/>
            <a:pathLst>
              <a:path w="2568470" h="765602">
                <a:moveTo>
                  <a:pt x="65857" y="0"/>
                </a:moveTo>
                <a:lnTo>
                  <a:pt x="2502613" y="0"/>
                </a:lnTo>
                <a:cubicBezTo>
                  <a:pt x="2538985" y="0"/>
                  <a:pt x="2568470" y="29485"/>
                  <a:pt x="2568470" y="65857"/>
                </a:cubicBezTo>
                <a:lnTo>
                  <a:pt x="2568470" y="699745"/>
                </a:lnTo>
                <a:cubicBezTo>
                  <a:pt x="2568470" y="736116"/>
                  <a:pt x="2538985" y="765602"/>
                  <a:pt x="2502613" y="765602"/>
                </a:cubicBezTo>
                <a:lnTo>
                  <a:pt x="65857" y="765602"/>
                </a:lnTo>
                <a:cubicBezTo>
                  <a:pt x="29510" y="765602"/>
                  <a:pt x="0" y="736092"/>
                  <a:pt x="0" y="699745"/>
                </a:cubicBezTo>
                <a:lnTo>
                  <a:pt x="0" y="65857"/>
                </a:lnTo>
                <a:cubicBezTo>
                  <a:pt x="0" y="29510"/>
                  <a:pt x="29510" y="0"/>
                  <a:pt x="6585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188" y="4103789"/>
            <a:ext cx="2428521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7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3305" y="4334293"/>
            <a:ext cx="2420289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7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&lt; 10ms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421" y="4531868"/>
            <a:ext cx="2412057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Agresif Mod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16624" y="4000886"/>
            <a:ext cx="2568470" cy="765602"/>
          </a:xfrm>
          <a:custGeom>
            <a:avLst/>
            <a:gdLst/>
            <a:ahLst/>
            <a:cxnLst/>
            <a:rect l="l" t="t" r="r" b="b"/>
            <a:pathLst>
              <a:path w="2568470" h="765602">
                <a:moveTo>
                  <a:pt x="65857" y="0"/>
                </a:moveTo>
                <a:lnTo>
                  <a:pt x="2502613" y="0"/>
                </a:lnTo>
                <a:cubicBezTo>
                  <a:pt x="2538985" y="0"/>
                  <a:pt x="2568470" y="29485"/>
                  <a:pt x="2568470" y="65857"/>
                </a:cubicBezTo>
                <a:lnTo>
                  <a:pt x="2568470" y="699745"/>
                </a:lnTo>
                <a:cubicBezTo>
                  <a:pt x="2568470" y="736116"/>
                  <a:pt x="2538985" y="765602"/>
                  <a:pt x="2502613" y="765602"/>
                </a:cubicBezTo>
                <a:lnTo>
                  <a:pt x="65857" y="765602"/>
                </a:lnTo>
                <a:cubicBezTo>
                  <a:pt x="29510" y="765602"/>
                  <a:pt x="0" y="736092"/>
                  <a:pt x="0" y="699745"/>
                </a:cubicBezTo>
                <a:lnTo>
                  <a:pt x="0" y="65857"/>
                </a:lnTo>
                <a:cubicBezTo>
                  <a:pt x="0" y="29510"/>
                  <a:pt x="29510" y="0"/>
                  <a:pt x="65857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6599" y="4103789"/>
            <a:ext cx="2428521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7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90715" y="4334293"/>
            <a:ext cx="2420289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7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&gt; 50ms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94831" y="4531868"/>
            <a:ext cx="2412057" cy="131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8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Temkinli Mod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8492" y="2280340"/>
            <a:ext cx="5655573" cy="2873064"/>
          </a:xfrm>
          <a:custGeom>
            <a:avLst/>
            <a:gdLst/>
            <a:ahLst/>
            <a:cxnLst/>
            <a:rect l="l" t="t" r="r" b="b"/>
            <a:pathLst>
              <a:path w="5655573" h="2873064">
                <a:moveTo>
                  <a:pt x="98776" y="0"/>
                </a:moveTo>
                <a:lnTo>
                  <a:pt x="5556797" y="0"/>
                </a:lnTo>
                <a:cubicBezTo>
                  <a:pt x="5611350" y="0"/>
                  <a:pt x="5655573" y="44223"/>
                  <a:pt x="5655573" y="98776"/>
                </a:cubicBezTo>
                <a:lnTo>
                  <a:pt x="5655573" y="2774288"/>
                </a:lnTo>
                <a:cubicBezTo>
                  <a:pt x="5655573" y="2828841"/>
                  <a:pt x="5611350" y="2873064"/>
                  <a:pt x="5556797" y="2873064"/>
                </a:cubicBezTo>
                <a:lnTo>
                  <a:pt x="98776" y="2873064"/>
                </a:lnTo>
                <a:cubicBezTo>
                  <a:pt x="44223" y="2873064"/>
                  <a:pt x="0" y="2828841"/>
                  <a:pt x="0" y="2774288"/>
                </a:cubicBezTo>
                <a:lnTo>
                  <a:pt x="0" y="98776"/>
                </a:lnTo>
                <a:cubicBezTo>
                  <a:pt x="0" y="44223"/>
                  <a:pt x="44223" y="0"/>
                  <a:pt x="9877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183" y="2482031"/>
            <a:ext cx="461007" cy="461007"/>
          </a:xfrm>
          <a:custGeom>
            <a:avLst/>
            <a:gdLst/>
            <a:ahLst/>
            <a:cxnLst/>
            <a:rect l="l" t="t" r="r" b="b"/>
            <a:pathLst>
              <a:path w="461007" h="461007">
                <a:moveTo>
                  <a:pt x="98789" y="0"/>
                </a:moveTo>
                <a:lnTo>
                  <a:pt x="362218" y="0"/>
                </a:lnTo>
                <a:cubicBezTo>
                  <a:pt x="416741" y="0"/>
                  <a:pt x="461007" y="44266"/>
                  <a:pt x="461007" y="98789"/>
                </a:cubicBezTo>
                <a:lnTo>
                  <a:pt x="461007" y="362218"/>
                </a:lnTo>
                <a:cubicBezTo>
                  <a:pt x="461007" y="416741"/>
                  <a:pt x="416741" y="461007"/>
                  <a:pt x="362218" y="461007"/>
                </a:cubicBezTo>
                <a:lnTo>
                  <a:pt x="98789" y="461007"/>
                </a:lnTo>
                <a:cubicBezTo>
                  <a:pt x="44266" y="461007"/>
                  <a:pt x="0" y="416741"/>
                  <a:pt x="0" y="362218"/>
                </a:cubicBezTo>
                <a:lnTo>
                  <a:pt x="0" y="98789"/>
                </a:lnTo>
                <a:cubicBezTo>
                  <a:pt x="0" y="44266"/>
                  <a:pt x="44266" y="0"/>
                  <a:pt x="9878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09260" y="2589051"/>
            <a:ext cx="246968" cy="246968"/>
          </a:xfrm>
          <a:custGeom>
            <a:avLst/>
            <a:gdLst/>
            <a:ahLst/>
            <a:cxnLst/>
            <a:rect l="l" t="t" r="r" b="b"/>
            <a:pathLst>
              <a:path w="246968" h="246968">
                <a:moveTo>
                  <a:pt x="84895" y="11577"/>
                </a:moveTo>
                <a:cubicBezTo>
                  <a:pt x="84895" y="5161"/>
                  <a:pt x="79734" y="0"/>
                  <a:pt x="73319" y="0"/>
                </a:cubicBezTo>
                <a:cubicBezTo>
                  <a:pt x="66903" y="0"/>
                  <a:pt x="61742" y="5161"/>
                  <a:pt x="61742" y="11577"/>
                </a:cubicBezTo>
                <a:lnTo>
                  <a:pt x="61742" y="30871"/>
                </a:lnTo>
                <a:cubicBezTo>
                  <a:pt x="44715" y="30871"/>
                  <a:pt x="30871" y="44715"/>
                  <a:pt x="30871" y="61742"/>
                </a:cubicBezTo>
                <a:lnTo>
                  <a:pt x="11577" y="61742"/>
                </a:lnTo>
                <a:cubicBezTo>
                  <a:pt x="5161" y="61742"/>
                  <a:pt x="0" y="66903"/>
                  <a:pt x="0" y="73319"/>
                </a:cubicBezTo>
                <a:cubicBezTo>
                  <a:pt x="0" y="79734"/>
                  <a:pt x="5161" y="84895"/>
                  <a:pt x="11577" y="84895"/>
                </a:cubicBezTo>
                <a:lnTo>
                  <a:pt x="30871" y="84895"/>
                </a:lnTo>
                <a:lnTo>
                  <a:pt x="30871" y="111907"/>
                </a:lnTo>
                <a:lnTo>
                  <a:pt x="11577" y="111907"/>
                </a:lnTo>
                <a:cubicBezTo>
                  <a:pt x="5161" y="111907"/>
                  <a:pt x="0" y="117069"/>
                  <a:pt x="0" y="123484"/>
                </a:cubicBezTo>
                <a:cubicBezTo>
                  <a:pt x="0" y="129900"/>
                  <a:pt x="5161" y="135061"/>
                  <a:pt x="11577" y="135061"/>
                </a:cubicBezTo>
                <a:lnTo>
                  <a:pt x="30871" y="135061"/>
                </a:lnTo>
                <a:lnTo>
                  <a:pt x="30871" y="162073"/>
                </a:lnTo>
                <a:lnTo>
                  <a:pt x="11577" y="162073"/>
                </a:lnTo>
                <a:cubicBezTo>
                  <a:pt x="5161" y="162073"/>
                  <a:pt x="0" y="167234"/>
                  <a:pt x="0" y="173650"/>
                </a:cubicBezTo>
                <a:cubicBezTo>
                  <a:pt x="0" y="180065"/>
                  <a:pt x="5161" y="185226"/>
                  <a:pt x="11577" y="185226"/>
                </a:cubicBezTo>
                <a:lnTo>
                  <a:pt x="30871" y="185226"/>
                </a:lnTo>
                <a:cubicBezTo>
                  <a:pt x="30871" y="202254"/>
                  <a:pt x="44715" y="216097"/>
                  <a:pt x="61742" y="216097"/>
                </a:cubicBezTo>
                <a:lnTo>
                  <a:pt x="61742" y="235392"/>
                </a:lnTo>
                <a:cubicBezTo>
                  <a:pt x="61742" y="241807"/>
                  <a:pt x="66903" y="246968"/>
                  <a:pt x="73319" y="246968"/>
                </a:cubicBezTo>
                <a:cubicBezTo>
                  <a:pt x="79734" y="246968"/>
                  <a:pt x="84895" y="241807"/>
                  <a:pt x="84895" y="235392"/>
                </a:cubicBezTo>
                <a:lnTo>
                  <a:pt x="84895" y="216097"/>
                </a:lnTo>
                <a:lnTo>
                  <a:pt x="111907" y="216097"/>
                </a:lnTo>
                <a:lnTo>
                  <a:pt x="111907" y="235392"/>
                </a:lnTo>
                <a:cubicBezTo>
                  <a:pt x="111907" y="241807"/>
                  <a:pt x="117069" y="246968"/>
                  <a:pt x="123484" y="246968"/>
                </a:cubicBezTo>
                <a:cubicBezTo>
                  <a:pt x="129900" y="246968"/>
                  <a:pt x="135061" y="241807"/>
                  <a:pt x="135061" y="235392"/>
                </a:cubicBezTo>
                <a:lnTo>
                  <a:pt x="135061" y="216097"/>
                </a:lnTo>
                <a:lnTo>
                  <a:pt x="162073" y="216097"/>
                </a:lnTo>
                <a:lnTo>
                  <a:pt x="162073" y="235392"/>
                </a:lnTo>
                <a:cubicBezTo>
                  <a:pt x="162073" y="241807"/>
                  <a:pt x="167234" y="246968"/>
                  <a:pt x="173650" y="246968"/>
                </a:cubicBezTo>
                <a:cubicBezTo>
                  <a:pt x="180065" y="246968"/>
                  <a:pt x="185226" y="241807"/>
                  <a:pt x="185226" y="235392"/>
                </a:cubicBezTo>
                <a:lnTo>
                  <a:pt x="185226" y="216097"/>
                </a:lnTo>
                <a:cubicBezTo>
                  <a:pt x="202254" y="216097"/>
                  <a:pt x="216097" y="202254"/>
                  <a:pt x="216097" y="185226"/>
                </a:cubicBezTo>
                <a:lnTo>
                  <a:pt x="235392" y="185226"/>
                </a:lnTo>
                <a:cubicBezTo>
                  <a:pt x="241807" y="185226"/>
                  <a:pt x="246968" y="180065"/>
                  <a:pt x="246968" y="173650"/>
                </a:cubicBezTo>
                <a:cubicBezTo>
                  <a:pt x="246968" y="167234"/>
                  <a:pt x="241807" y="162073"/>
                  <a:pt x="235392" y="162073"/>
                </a:cubicBezTo>
                <a:lnTo>
                  <a:pt x="216097" y="162073"/>
                </a:lnTo>
                <a:lnTo>
                  <a:pt x="216097" y="135061"/>
                </a:lnTo>
                <a:lnTo>
                  <a:pt x="235392" y="135061"/>
                </a:lnTo>
                <a:cubicBezTo>
                  <a:pt x="241807" y="135061"/>
                  <a:pt x="246968" y="129900"/>
                  <a:pt x="246968" y="123484"/>
                </a:cubicBezTo>
                <a:cubicBezTo>
                  <a:pt x="246968" y="117069"/>
                  <a:pt x="241807" y="111907"/>
                  <a:pt x="235392" y="111907"/>
                </a:cubicBezTo>
                <a:lnTo>
                  <a:pt x="216097" y="111907"/>
                </a:lnTo>
                <a:lnTo>
                  <a:pt x="216097" y="84895"/>
                </a:lnTo>
                <a:lnTo>
                  <a:pt x="235392" y="84895"/>
                </a:lnTo>
                <a:cubicBezTo>
                  <a:pt x="241807" y="84895"/>
                  <a:pt x="246968" y="79734"/>
                  <a:pt x="246968" y="73319"/>
                </a:cubicBezTo>
                <a:cubicBezTo>
                  <a:pt x="246968" y="66903"/>
                  <a:pt x="241807" y="61742"/>
                  <a:pt x="235392" y="61742"/>
                </a:cubicBezTo>
                <a:lnTo>
                  <a:pt x="216097" y="61742"/>
                </a:lnTo>
                <a:cubicBezTo>
                  <a:pt x="216097" y="44715"/>
                  <a:pt x="202254" y="30871"/>
                  <a:pt x="185226" y="30871"/>
                </a:cubicBezTo>
                <a:lnTo>
                  <a:pt x="185226" y="11577"/>
                </a:lnTo>
                <a:cubicBezTo>
                  <a:pt x="185226" y="5161"/>
                  <a:pt x="180065" y="0"/>
                  <a:pt x="173650" y="0"/>
                </a:cubicBezTo>
                <a:cubicBezTo>
                  <a:pt x="167234" y="0"/>
                  <a:pt x="162073" y="5161"/>
                  <a:pt x="162073" y="11577"/>
                </a:cubicBezTo>
                <a:lnTo>
                  <a:pt x="162073" y="30871"/>
                </a:lnTo>
                <a:lnTo>
                  <a:pt x="135061" y="30871"/>
                </a:lnTo>
                <a:lnTo>
                  <a:pt x="135061" y="11577"/>
                </a:lnTo>
                <a:cubicBezTo>
                  <a:pt x="135061" y="5161"/>
                  <a:pt x="129900" y="0"/>
                  <a:pt x="123484" y="0"/>
                </a:cubicBezTo>
                <a:cubicBezTo>
                  <a:pt x="117069" y="0"/>
                  <a:pt x="111907" y="5161"/>
                  <a:pt x="111907" y="11577"/>
                </a:cubicBezTo>
                <a:lnTo>
                  <a:pt x="111907" y="30871"/>
                </a:lnTo>
                <a:lnTo>
                  <a:pt x="84895" y="30871"/>
                </a:lnTo>
                <a:lnTo>
                  <a:pt x="84895" y="11577"/>
                </a:lnTo>
                <a:close/>
                <a:moveTo>
                  <a:pt x="77178" y="61742"/>
                </a:moveTo>
                <a:lnTo>
                  <a:pt x="169791" y="61742"/>
                </a:lnTo>
                <a:cubicBezTo>
                  <a:pt x="178328" y="61742"/>
                  <a:pt x="185226" y="68640"/>
                  <a:pt x="185226" y="77178"/>
                </a:cubicBezTo>
                <a:lnTo>
                  <a:pt x="185226" y="169791"/>
                </a:lnTo>
                <a:cubicBezTo>
                  <a:pt x="185226" y="178328"/>
                  <a:pt x="178328" y="185226"/>
                  <a:pt x="169791" y="185226"/>
                </a:cubicBezTo>
                <a:lnTo>
                  <a:pt x="77178" y="185226"/>
                </a:lnTo>
                <a:cubicBezTo>
                  <a:pt x="68640" y="185226"/>
                  <a:pt x="61742" y="178328"/>
                  <a:pt x="61742" y="169791"/>
                </a:cubicBezTo>
                <a:lnTo>
                  <a:pt x="61742" y="77178"/>
                </a:lnTo>
                <a:cubicBezTo>
                  <a:pt x="61742" y="68640"/>
                  <a:pt x="68640" y="61742"/>
                  <a:pt x="77178" y="61742"/>
                </a:cubicBezTo>
                <a:close/>
                <a:moveTo>
                  <a:pt x="84895" y="84895"/>
                </a:moveTo>
                <a:lnTo>
                  <a:pt x="84895" y="162073"/>
                </a:lnTo>
                <a:lnTo>
                  <a:pt x="162073" y="162073"/>
                </a:lnTo>
                <a:lnTo>
                  <a:pt x="162073" y="84895"/>
                </a:lnTo>
                <a:lnTo>
                  <a:pt x="84895" y="8489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959977" y="2580818"/>
            <a:ext cx="1399487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Kaynak Analizi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183" y="3107684"/>
            <a:ext cx="5252192" cy="757369"/>
          </a:xfrm>
          <a:custGeom>
            <a:avLst/>
            <a:gdLst/>
            <a:ahLst/>
            <a:cxnLst/>
            <a:rect l="l" t="t" r="r" b="b"/>
            <a:pathLst>
              <a:path w="5252192" h="757369">
                <a:moveTo>
                  <a:pt x="65861" y="0"/>
                </a:moveTo>
                <a:lnTo>
                  <a:pt x="5186331" y="0"/>
                </a:lnTo>
                <a:cubicBezTo>
                  <a:pt x="5222705" y="0"/>
                  <a:pt x="5252192" y="29487"/>
                  <a:pt x="5252192" y="65861"/>
                </a:cubicBezTo>
                <a:lnTo>
                  <a:pt x="5252192" y="691509"/>
                </a:lnTo>
                <a:cubicBezTo>
                  <a:pt x="5252192" y="727882"/>
                  <a:pt x="5222705" y="757369"/>
                  <a:pt x="5186331" y="757369"/>
                </a:cubicBezTo>
                <a:lnTo>
                  <a:pt x="65861" y="757369"/>
                </a:lnTo>
                <a:cubicBezTo>
                  <a:pt x="29487" y="757369"/>
                  <a:pt x="0" y="727882"/>
                  <a:pt x="0" y="691509"/>
                </a:cubicBezTo>
                <a:lnTo>
                  <a:pt x="0" y="65861"/>
                </a:lnTo>
                <a:cubicBezTo>
                  <a:pt x="0" y="29511"/>
                  <a:pt x="29511" y="0"/>
                  <a:pt x="6586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52480" y="3276446"/>
            <a:ext cx="148181" cy="148181"/>
          </a:xfrm>
          <a:custGeom>
            <a:avLst/>
            <a:gdLst/>
            <a:ahLst/>
            <a:cxnLst/>
            <a:rect l="l" t="t" r="r" b="b"/>
            <a:pathLst>
              <a:path w="148181" h="148181">
                <a:moveTo>
                  <a:pt x="18523" y="18523"/>
                </a:moveTo>
                <a:cubicBezTo>
                  <a:pt x="8306" y="18523"/>
                  <a:pt x="0" y="26829"/>
                  <a:pt x="0" y="37045"/>
                </a:cubicBezTo>
                <a:lnTo>
                  <a:pt x="0" y="39187"/>
                </a:lnTo>
                <a:cubicBezTo>
                  <a:pt x="0" y="41155"/>
                  <a:pt x="1273" y="42834"/>
                  <a:pt x="2923" y="43904"/>
                </a:cubicBezTo>
                <a:cubicBezTo>
                  <a:pt x="6743" y="46393"/>
                  <a:pt x="9261" y="50677"/>
                  <a:pt x="9261" y="55568"/>
                </a:cubicBezTo>
                <a:cubicBezTo>
                  <a:pt x="9261" y="60459"/>
                  <a:pt x="6743" y="64742"/>
                  <a:pt x="2923" y="67231"/>
                </a:cubicBezTo>
                <a:cubicBezTo>
                  <a:pt x="1273" y="68302"/>
                  <a:pt x="0" y="69981"/>
                  <a:pt x="0" y="71949"/>
                </a:cubicBezTo>
                <a:lnTo>
                  <a:pt x="0" y="87982"/>
                </a:lnTo>
                <a:lnTo>
                  <a:pt x="148181" y="87982"/>
                </a:lnTo>
                <a:lnTo>
                  <a:pt x="148181" y="71949"/>
                </a:lnTo>
                <a:cubicBezTo>
                  <a:pt x="148181" y="69981"/>
                  <a:pt x="146908" y="68302"/>
                  <a:pt x="145258" y="67231"/>
                </a:cubicBezTo>
                <a:cubicBezTo>
                  <a:pt x="141438" y="64742"/>
                  <a:pt x="138920" y="60459"/>
                  <a:pt x="138920" y="55568"/>
                </a:cubicBezTo>
                <a:cubicBezTo>
                  <a:pt x="138920" y="50677"/>
                  <a:pt x="141438" y="46393"/>
                  <a:pt x="145258" y="43904"/>
                </a:cubicBezTo>
                <a:cubicBezTo>
                  <a:pt x="146908" y="42834"/>
                  <a:pt x="148181" y="41155"/>
                  <a:pt x="148181" y="39187"/>
                </a:cubicBezTo>
                <a:lnTo>
                  <a:pt x="148181" y="37045"/>
                </a:lnTo>
                <a:cubicBezTo>
                  <a:pt x="148181" y="26829"/>
                  <a:pt x="139875" y="18523"/>
                  <a:pt x="129658" y="18523"/>
                </a:cubicBezTo>
                <a:lnTo>
                  <a:pt x="18523" y="18523"/>
                </a:lnTo>
                <a:close/>
                <a:moveTo>
                  <a:pt x="148181" y="120397"/>
                </a:moveTo>
                <a:lnTo>
                  <a:pt x="148181" y="101874"/>
                </a:lnTo>
                <a:lnTo>
                  <a:pt x="0" y="101874"/>
                </a:lnTo>
                <a:lnTo>
                  <a:pt x="0" y="120397"/>
                </a:lnTo>
                <a:cubicBezTo>
                  <a:pt x="0" y="125520"/>
                  <a:pt x="4139" y="129658"/>
                  <a:pt x="9261" y="129658"/>
                </a:cubicBezTo>
                <a:lnTo>
                  <a:pt x="27784" y="129658"/>
                </a:lnTo>
                <a:lnTo>
                  <a:pt x="27784" y="122712"/>
                </a:lnTo>
                <a:cubicBezTo>
                  <a:pt x="27784" y="118863"/>
                  <a:pt x="30881" y="115766"/>
                  <a:pt x="34730" y="115766"/>
                </a:cubicBezTo>
                <a:cubicBezTo>
                  <a:pt x="38579" y="115766"/>
                  <a:pt x="41676" y="118863"/>
                  <a:pt x="41676" y="122712"/>
                </a:cubicBezTo>
                <a:lnTo>
                  <a:pt x="41676" y="129658"/>
                </a:lnTo>
                <a:lnTo>
                  <a:pt x="67144" y="129658"/>
                </a:lnTo>
                <a:lnTo>
                  <a:pt x="67144" y="122712"/>
                </a:lnTo>
                <a:cubicBezTo>
                  <a:pt x="67144" y="118863"/>
                  <a:pt x="70241" y="115766"/>
                  <a:pt x="74090" y="115766"/>
                </a:cubicBezTo>
                <a:cubicBezTo>
                  <a:pt x="77940" y="115766"/>
                  <a:pt x="81036" y="118863"/>
                  <a:pt x="81036" y="122712"/>
                </a:cubicBezTo>
                <a:lnTo>
                  <a:pt x="81036" y="129658"/>
                </a:lnTo>
                <a:lnTo>
                  <a:pt x="106505" y="129658"/>
                </a:lnTo>
                <a:lnTo>
                  <a:pt x="106505" y="122712"/>
                </a:lnTo>
                <a:cubicBezTo>
                  <a:pt x="106505" y="118863"/>
                  <a:pt x="109602" y="115766"/>
                  <a:pt x="113451" y="115766"/>
                </a:cubicBezTo>
                <a:cubicBezTo>
                  <a:pt x="117300" y="115766"/>
                  <a:pt x="120397" y="118863"/>
                  <a:pt x="120397" y="122712"/>
                </a:cubicBezTo>
                <a:lnTo>
                  <a:pt x="120397" y="129658"/>
                </a:lnTo>
                <a:lnTo>
                  <a:pt x="138920" y="129658"/>
                </a:lnTo>
                <a:cubicBezTo>
                  <a:pt x="144042" y="129658"/>
                  <a:pt x="148181" y="125520"/>
                  <a:pt x="148181" y="120397"/>
                </a:cubicBezTo>
                <a:close/>
                <a:moveTo>
                  <a:pt x="46307" y="46307"/>
                </a:moveTo>
                <a:lnTo>
                  <a:pt x="46307" y="64829"/>
                </a:lnTo>
                <a:cubicBezTo>
                  <a:pt x="46307" y="69952"/>
                  <a:pt x="42168" y="74090"/>
                  <a:pt x="37045" y="74090"/>
                </a:cubicBezTo>
                <a:cubicBezTo>
                  <a:pt x="31923" y="74090"/>
                  <a:pt x="27784" y="69952"/>
                  <a:pt x="27784" y="64829"/>
                </a:cubicBezTo>
                <a:lnTo>
                  <a:pt x="27784" y="46307"/>
                </a:lnTo>
                <a:cubicBezTo>
                  <a:pt x="27784" y="41184"/>
                  <a:pt x="31923" y="37045"/>
                  <a:pt x="37045" y="37045"/>
                </a:cubicBezTo>
                <a:cubicBezTo>
                  <a:pt x="42168" y="37045"/>
                  <a:pt x="46307" y="41184"/>
                  <a:pt x="46307" y="46307"/>
                </a:cubicBezTo>
                <a:close/>
                <a:moveTo>
                  <a:pt x="83352" y="46307"/>
                </a:moveTo>
                <a:lnTo>
                  <a:pt x="83352" y="64829"/>
                </a:lnTo>
                <a:cubicBezTo>
                  <a:pt x="83352" y="69952"/>
                  <a:pt x="79213" y="74090"/>
                  <a:pt x="74090" y="74090"/>
                </a:cubicBezTo>
                <a:cubicBezTo>
                  <a:pt x="68968" y="74090"/>
                  <a:pt x="64829" y="69952"/>
                  <a:pt x="64829" y="64829"/>
                </a:cubicBezTo>
                <a:lnTo>
                  <a:pt x="64829" y="46307"/>
                </a:lnTo>
                <a:cubicBezTo>
                  <a:pt x="64829" y="41184"/>
                  <a:pt x="68968" y="37045"/>
                  <a:pt x="74090" y="37045"/>
                </a:cubicBezTo>
                <a:cubicBezTo>
                  <a:pt x="79213" y="37045"/>
                  <a:pt x="83352" y="41184"/>
                  <a:pt x="83352" y="46307"/>
                </a:cubicBezTo>
                <a:close/>
                <a:moveTo>
                  <a:pt x="120397" y="46307"/>
                </a:moveTo>
                <a:lnTo>
                  <a:pt x="120397" y="64829"/>
                </a:lnTo>
                <a:cubicBezTo>
                  <a:pt x="120397" y="69952"/>
                  <a:pt x="116258" y="74090"/>
                  <a:pt x="111136" y="74090"/>
                </a:cubicBezTo>
                <a:cubicBezTo>
                  <a:pt x="106013" y="74090"/>
                  <a:pt x="101874" y="69952"/>
                  <a:pt x="101874" y="64829"/>
                </a:cubicBezTo>
                <a:lnTo>
                  <a:pt x="101874" y="46307"/>
                </a:lnTo>
                <a:cubicBezTo>
                  <a:pt x="101874" y="41184"/>
                  <a:pt x="106013" y="37045"/>
                  <a:pt x="111136" y="37045"/>
                </a:cubicBezTo>
                <a:cubicBezTo>
                  <a:pt x="116258" y="37045"/>
                  <a:pt x="120397" y="41184"/>
                  <a:pt x="120397" y="463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763931" y="3239400"/>
            <a:ext cx="4830817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/proc/meminfo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31899" y="3535762"/>
            <a:ext cx="5054617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Kali Linux üzerinden RAM ve CPU okuma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183" y="3996770"/>
            <a:ext cx="5252192" cy="954944"/>
          </a:xfrm>
          <a:custGeom>
            <a:avLst/>
            <a:gdLst/>
            <a:ahLst/>
            <a:cxnLst/>
            <a:rect l="l" t="t" r="r" b="b"/>
            <a:pathLst>
              <a:path w="5252192" h="954944">
                <a:moveTo>
                  <a:pt x="65862" y="0"/>
                </a:moveTo>
                <a:lnTo>
                  <a:pt x="5186329" y="0"/>
                </a:lnTo>
                <a:cubicBezTo>
                  <a:pt x="5222704" y="0"/>
                  <a:pt x="5252192" y="29488"/>
                  <a:pt x="5252192" y="65862"/>
                </a:cubicBezTo>
                <a:lnTo>
                  <a:pt x="5252192" y="889081"/>
                </a:lnTo>
                <a:cubicBezTo>
                  <a:pt x="5252192" y="925456"/>
                  <a:pt x="5222704" y="954944"/>
                  <a:pt x="5186329" y="954944"/>
                </a:cubicBezTo>
                <a:lnTo>
                  <a:pt x="65862" y="954944"/>
                </a:lnTo>
                <a:cubicBezTo>
                  <a:pt x="29488" y="954944"/>
                  <a:pt x="0" y="925456"/>
                  <a:pt x="0" y="889081"/>
                </a:cubicBezTo>
                <a:lnTo>
                  <a:pt x="0" y="65862"/>
                </a:lnTo>
                <a:cubicBezTo>
                  <a:pt x="0" y="29488"/>
                  <a:pt x="29488" y="0"/>
                  <a:pt x="6586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6531899" y="4128486"/>
            <a:ext cx="5062849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Dinamik Worker Hesaplama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1899" y="4457777"/>
            <a:ext cx="5046385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maxWorkers = </a:t>
            </a:r>
            <a:pPr>
              <a:lnSpc>
                <a:spcPct val="120000"/>
              </a:lnSpc>
            </a:pPr>
            <a:r>
              <a:rPr lang="en-US" sz="907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availableRAM</a:t>
            </a:r>
            <a:pPr>
              <a:lnSpc>
                <a:spcPct val="120000"/>
              </a:lnSpc>
            </a:pPr>
            <a:r>
              <a:rPr lang="en-US" sz="907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/ </a:t>
            </a:r>
            <a:pPr>
              <a:lnSpc>
                <a:spcPct val="120000"/>
              </a:lnSpc>
            </a:pPr>
            <a:r>
              <a:rPr lang="en-US" sz="907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workerMemory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1899" y="4655352"/>
            <a:ext cx="5046385" cy="164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7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maxWorkers = </a:t>
            </a:r>
            <a:pPr>
              <a:lnSpc>
                <a:spcPct val="120000"/>
              </a:lnSpc>
            </a:pPr>
            <a:r>
              <a:rPr lang="en-US" sz="907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cpuCores</a:t>
            </a:r>
            <a:pPr>
              <a:lnSpc>
                <a:spcPct val="120000"/>
              </a:lnSpc>
            </a:pPr>
            <a:r>
              <a:rPr lang="en-US" sz="907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* </a:t>
            </a:r>
            <a:pPr>
              <a:lnSpc>
                <a:spcPct val="120000"/>
              </a:lnSpc>
            </a:pPr>
            <a:r>
              <a:rPr lang="en-US" sz="907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3407" y="5359211"/>
            <a:ext cx="11525186" cy="897318"/>
          </a:xfrm>
          <a:custGeom>
            <a:avLst/>
            <a:gdLst/>
            <a:ahLst/>
            <a:cxnLst/>
            <a:rect l="l" t="t" r="r" b="b"/>
            <a:pathLst>
              <a:path w="11525186" h="897318">
                <a:moveTo>
                  <a:pt x="98786" y="0"/>
                </a:moveTo>
                <a:lnTo>
                  <a:pt x="11426400" y="0"/>
                </a:lnTo>
                <a:cubicBezTo>
                  <a:pt x="11480958" y="0"/>
                  <a:pt x="11525186" y="44228"/>
                  <a:pt x="11525186" y="98786"/>
                </a:cubicBezTo>
                <a:lnTo>
                  <a:pt x="11525186" y="798532"/>
                </a:lnTo>
                <a:cubicBezTo>
                  <a:pt x="11525186" y="853090"/>
                  <a:pt x="11480958" y="897318"/>
                  <a:pt x="11426400" y="897318"/>
                </a:cubicBezTo>
                <a:lnTo>
                  <a:pt x="98786" y="897318"/>
                </a:lnTo>
                <a:cubicBezTo>
                  <a:pt x="44228" y="897318"/>
                  <a:pt x="0" y="853090"/>
                  <a:pt x="0" y="798532"/>
                </a:cubicBezTo>
                <a:lnTo>
                  <a:pt x="0" y="98786"/>
                </a:lnTo>
                <a:cubicBezTo>
                  <a:pt x="0" y="44264"/>
                  <a:pt x="44264" y="0"/>
                  <a:pt x="98786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10000"/>
                </a:srgbClr>
              </a:gs>
            </a:gsLst>
            <a:lin ang="0" scaled="1"/>
          </a:gradFill>
          <a:ln w="1270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214" y="5659689"/>
            <a:ext cx="296362" cy="296362"/>
          </a:xfrm>
          <a:custGeom>
            <a:avLst/>
            <a:gdLst/>
            <a:ahLst/>
            <a:cxnLst/>
            <a:rect l="l" t="t" r="r" b="b"/>
            <a:pathLst>
              <a:path w="296362" h="296362">
                <a:moveTo>
                  <a:pt x="230665" y="7062"/>
                </a:moveTo>
                <a:lnTo>
                  <a:pt x="179612" y="58115"/>
                </a:lnTo>
                <a:lnTo>
                  <a:pt x="238247" y="116750"/>
                </a:lnTo>
                <a:lnTo>
                  <a:pt x="289300" y="65697"/>
                </a:lnTo>
                <a:cubicBezTo>
                  <a:pt x="293815" y="61125"/>
                  <a:pt x="296362" y="54989"/>
                  <a:pt x="296362" y="48622"/>
                </a:cubicBezTo>
                <a:cubicBezTo>
                  <a:pt x="296362" y="42255"/>
                  <a:pt x="293815" y="36119"/>
                  <a:pt x="289300" y="31546"/>
                </a:cubicBezTo>
                <a:lnTo>
                  <a:pt x="264816" y="7062"/>
                </a:lnTo>
                <a:cubicBezTo>
                  <a:pt x="260243" y="2547"/>
                  <a:pt x="254107" y="0"/>
                  <a:pt x="247740" y="0"/>
                </a:cubicBezTo>
                <a:cubicBezTo>
                  <a:pt x="241373" y="0"/>
                  <a:pt x="235237" y="2547"/>
                  <a:pt x="230665" y="7062"/>
                </a:cubicBezTo>
                <a:close/>
                <a:moveTo>
                  <a:pt x="159989" y="77737"/>
                </a:moveTo>
                <a:lnTo>
                  <a:pt x="7062" y="230665"/>
                </a:lnTo>
                <a:cubicBezTo>
                  <a:pt x="2547" y="235237"/>
                  <a:pt x="0" y="241373"/>
                  <a:pt x="0" y="247740"/>
                </a:cubicBezTo>
                <a:cubicBezTo>
                  <a:pt x="0" y="254107"/>
                  <a:pt x="2547" y="260243"/>
                  <a:pt x="7062" y="264816"/>
                </a:cubicBezTo>
                <a:lnTo>
                  <a:pt x="31546" y="289300"/>
                </a:lnTo>
                <a:cubicBezTo>
                  <a:pt x="36119" y="293815"/>
                  <a:pt x="42255" y="296362"/>
                  <a:pt x="48622" y="296362"/>
                </a:cubicBezTo>
                <a:cubicBezTo>
                  <a:pt x="54989" y="296362"/>
                  <a:pt x="61125" y="293815"/>
                  <a:pt x="65697" y="289300"/>
                </a:cubicBezTo>
                <a:lnTo>
                  <a:pt x="218625" y="136373"/>
                </a:lnTo>
                <a:lnTo>
                  <a:pt x="159989" y="77737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1004338" y="5544438"/>
            <a:ext cx="3334072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Otomatik Optimizasyon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4338" y="5840799"/>
            <a:ext cx="3309375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kilitlenmesini önleyen akıllı kaynak yönetimi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815891" y="5527973"/>
            <a:ext cx="839692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Hız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74730" y="5758477"/>
            <a:ext cx="922015" cy="32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34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+85%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790043" y="5527973"/>
            <a:ext cx="930247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Stabilite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48882" y="5758477"/>
            <a:ext cx="1012570" cy="32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34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65567" y="6417059"/>
            <a:ext cx="131716" cy="131716"/>
          </a:xfrm>
          <a:custGeom>
            <a:avLst/>
            <a:gdLst/>
            <a:ahLst/>
            <a:cxnLst/>
            <a:rect l="l" t="t" r="r" b="b"/>
            <a:pathLst>
              <a:path w="131716" h="131716">
                <a:moveTo>
                  <a:pt x="16465" y="16465"/>
                </a:moveTo>
                <a:cubicBezTo>
                  <a:pt x="16465" y="11911"/>
                  <a:pt x="12786" y="8232"/>
                  <a:pt x="8232" y="8232"/>
                </a:cubicBezTo>
                <a:cubicBezTo>
                  <a:pt x="3679" y="8232"/>
                  <a:pt x="0" y="11911"/>
                  <a:pt x="0" y="16465"/>
                </a:cubicBezTo>
                <a:lnTo>
                  <a:pt x="0" y="102903"/>
                </a:lnTo>
                <a:cubicBezTo>
                  <a:pt x="0" y="114274"/>
                  <a:pt x="9210" y="123484"/>
                  <a:pt x="20581" y="123484"/>
                </a:cubicBezTo>
                <a:lnTo>
                  <a:pt x="123484" y="123484"/>
                </a:lnTo>
                <a:cubicBezTo>
                  <a:pt x="128038" y="123484"/>
                  <a:pt x="131716" y="119805"/>
                  <a:pt x="131716" y="115252"/>
                </a:cubicBezTo>
                <a:cubicBezTo>
                  <a:pt x="131716" y="110698"/>
                  <a:pt x="128038" y="107020"/>
                  <a:pt x="123484" y="107020"/>
                </a:cubicBezTo>
                <a:lnTo>
                  <a:pt x="20581" y="107020"/>
                </a:lnTo>
                <a:cubicBezTo>
                  <a:pt x="18317" y="107020"/>
                  <a:pt x="16465" y="105167"/>
                  <a:pt x="16465" y="102903"/>
                </a:cubicBezTo>
                <a:lnTo>
                  <a:pt x="16465" y="16465"/>
                </a:lnTo>
                <a:close/>
                <a:moveTo>
                  <a:pt x="121066" y="38743"/>
                </a:moveTo>
                <a:cubicBezTo>
                  <a:pt x="124282" y="35527"/>
                  <a:pt x="124282" y="30305"/>
                  <a:pt x="121066" y="27089"/>
                </a:cubicBezTo>
                <a:cubicBezTo>
                  <a:pt x="117850" y="23874"/>
                  <a:pt x="112628" y="23874"/>
                  <a:pt x="109412" y="27089"/>
                </a:cubicBezTo>
                <a:lnTo>
                  <a:pt x="82323" y="54204"/>
                </a:lnTo>
                <a:lnTo>
                  <a:pt x="67556" y="39463"/>
                </a:lnTo>
                <a:cubicBezTo>
                  <a:pt x="64340" y="36248"/>
                  <a:pt x="59118" y="36248"/>
                  <a:pt x="55902" y="39463"/>
                </a:cubicBezTo>
                <a:lnTo>
                  <a:pt x="31205" y="64160"/>
                </a:lnTo>
                <a:cubicBezTo>
                  <a:pt x="27990" y="67376"/>
                  <a:pt x="27990" y="72598"/>
                  <a:pt x="31205" y="75814"/>
                </a:cubicBezTo>
                <a:cubicBezTo>
                  <a:pt x="34421" y="79030"/>
                  <a:pt x="39644" y="79030"/>
                  <a:pt x="42859" y="75814"/>
                </a:cubicBezTo>
                <a:lnTo>
                  <a:pt x="61742" y="56931"/>
                </a:lnTo>
                <a:lnTo>
                  <a:pt x="76509" y="71698"/>
                </a:lnTo>
                <a:cubicBezTo>
                  <a:pt x="79724" y="74914"/>
                  <a:pt x="84947" y="74914"/>
                  <a:pt x="88163" y="71698"/>
                </a:cubicBezTo>
                <a:lnTo>
                  <a:pt x="121092" y="38769"/>
                </a:ln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48" name="Text 46"/>
          <p:cNvSpPr/>
          <p:nvPr/>
        </p:nvSpPr>
        <p:spPr>
          <a:xfrm>
            <a:off x="8856438" y="6396478"/>
            <a:ext cx="3134968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Görsel: Algoritma akış şeması - Karar ağacı diyagramı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116" y="395028"/>
            <a:ext cx="574586" cy="574586"/>
          </a:xfrm>
          <a:custGeom>
            <a:avLst/>
            <a:gdLst/>
            <a:ahLst/>
            <a:cxnLst/>
            <a:rect l="l" t="t" r="r" b="b"/>
            <a:pathLst>
              <a:path w="574586" h="574586">
                <a:moveTo>
                  <a:pt x="107735" y="0"/>
                </a:moveTo>
                <a:lnTo>
                  <a:pt x="466851" y="0"/>
                </a:lnTo>
                <a:cubicBezTo>
                  <a:pt x="526352" y="0"/>
                  <a:pt x="574586" y="48235"/>
                  <a:pt x="574586" y="107735"/>
                </a:cubicBezTo>
                <a:lnTo>
                  <a:pt x="574586" y="466851"/>
                </a:lnTo>
                <a:cubicBezTo>
                  <a:pt x="574586" y="526352"/>
                  <a:pt x="526352" y="574586"/>
                  <a:pt x="466851" y="574586"/>
                </a:cubicBezTo>
                <a:lnTo>
                  <a:pt x="107735" y="574586"/>
                </a:lnTo>
                <a:cubicBezTo>
                  <a:pt x="48235" y="574586"/>
                  <a:pt x="0" y="526352"/>
                  <a:pt x="0" y="466851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13985" y="547652"/>
            <a:ext cx="269337" cy="269337"/>
          </a:xfrm>
          <a:custGeom>
            <a:avLst/>
            <a:gdLst/>
            <a:ahLst/>
            <a:cxnLst/>
            <a:rect l="l" t="t" r="r" b="b"/>
            <a:pathLst>
              <a:path w="269337" h="269337">
                <a:moveTo>
                  <a:pt x="33667" y="16834"/>
                </a:moveTo>
                <a:cubicBezTo>
                  <a:pt x="15098" y="16834"/>
                  <a:pt x="0" y="31931"/>
                  <a:pt x="0" y="50501"/>
                </a:cubicBezTo>
                <a:lnTo>
                  <a:pt x="0" y="185169"/>
                </a:lnTo>
                <a:cubicBezTo>
                  <a:pt x="0" y="203739"/>
                  <a:pt x="15098" y="218837"/>
                  <a:pt x="33667" y="218837"/>
                </a:cubicBezTo>
                <a:lnTo>
                  <a:pt x="109418" y="218837"/>
                </a:lnTo>
                <a:lnTo>
                  <a:pt x="101001" y="244087"/>
                </a:lnTo>
                <a:lnTo>
                  <a:pt x="63126" y="244087"/>
                </a:lnTo>
                <a:cubicBezTo>
                  <a:pt x="56129" y="244087"/>
                  <a:pt x="50501" y="249716"/>
                  <a:pt x="50501" y="256712"/>
                </a:cubicBezTo>
                <a:cubicBezTo>
                  <a:pt x="50501" y="263709"/>
                  <a:pt x="56129" y="269337"/>
                  <a:pt x="63126" y="269337"/>
                </a:cubicBezTo>
                <a:lnTo>
                  <a:pt x="206211" y="269337"/>
                </a:lnTo>
                <a:cubicBezTo>
                  <a:pt x="213208" y="269337"/>
                  <a:pt x="218837" y="263709"/>
                  <a:pt x="218837" y="256712"/>
                </a:cubicBezTo>
                <a:cubicBezTo>
                  <a:pt x="218837" y="249716"/>
                  <a:pt x="213208" y="244087"/>
                  <a:pt x="206211" y="244087"/>
                </a:cubicBezTo>
                <a:lnTo>
                  <a:pt x="168336" y="244087"/>
                </a:lnTo>
                <a:lnTo>
                  <a:pt x="159919" y="218837"/>
                </a:lnTo>
                <a:lnTo>
                  <a:pt x="235670" y="218837"/>
                </a:lnTo>
                <a:cubicBezTo>
                  <a:pt x="254240" y="218837"/>
                  <a:pt x="269337" y="203739"/>
                  <a:pt x="269337" y="185169"/>
                </a:cubicBezTo>
                <a:lnTo>
                  <a:pt x="269337" y="50501"/>
                </a:lnTo>
                <a:cubicBezTo>
                  <a:pt x="269337" y="31931"/>
                  <a:pt x="254240" y="16834"/>
                  <a:pt x="235670" y="16834"/>
                </a:cubicBezTo>
                <a:lnTo>
                  <a:pt x="33667" y="16834"/>
                </a:lnTo>
                <a:close/>
                <a:moveTo>
                  <a:pt x="50501" y="50501"/>
                </a:moveTo>
                <a:lnTo>
                  <a:pt x="218837" y="50501"/>
                </a:lnTo>
                <a:cubicBezTo>
                  <a:pt x="228148" y="50501"/>
                  <a:pt x="235670" y="58023"/>
                  <a:pt x="235670" y="67334"/>
                </a:cubicBezTo>
                <a:lnTo>
                  <a:pt x="235670" y="151502"/>
                </a:lnTo>
                <a:cubicBezTo>
                  <a:pt x="235670" y="160813"/>
                  <a:pt x="228148" y="168336"/>
                  <a:pt x="218837" y="168336"/>
                </a:cubicBezTo>
                <a:lnTo>
                  <a:pt x="50501" y="168336"/>
                </a:lnTo>
                <a:cubicBezTo>
                  <a:pt x="41190" y="168336"/>
                  <a:pt x="33667" y="160813"/>
                  <a:pt x="33667" y="151502"/>
                </a:cubicBezTo>
                <a:lnTo>
                  <a:pt x="33667" y="67334"/>
                </a:lnTo>
                <a:cubicBezTo>
                  <a:pt x="33667" y="58023"/>
                  <a:pt x="41190" y="50501"/>
                  <a:pt x="50501" y="505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77349" y="359116"/>
            <a:ext cx="241505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Arayüz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7349" y="754144"/>
            <a:ext cx="234323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Gerçek Zamanlı Veri (SSE)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605" y="1189573"/>
            <a:ext cx="5620171" cy="3267959"/>
          </a:xfrm>
          <a:custGeom>
            <a:avLst/>
            <a:gdLst/>
            <a:ahLst/>
            <a:cxnLst/>
            <a:rect l="l" t="t" r="r" b="b"/>
            <a:pathLst>
              <a:path w="5620171" h="3267959">
                <a:moveTo>
                  <a:pt x="107745" y="0"/>
                </a:moveTo>
                <a:lnTo>
                  <a:pt x="5512426" y="0"/>
                </a:lnTo>
                <a:cubicBezTo>
                  <a:pt x="5571932" y="0"/>
                  <a:pt x="5620171" y="48239"/>
                  <a:pt x="5620171" y="107745"/>
                </a:cubicBezTo>
                <a:lnTo>
                  <a:pt x="5620171" y="3160214"/>
                </a:lnTo>
                <a:cubicBezTo>
                  <a:pt x="5620171" y="3219720"/>
                  <a:pt x="5571932" y="3267959"/>
                  <a:pt x="5512426" y="3267959"/>
                </a:cubicBezTo>
                <a:lnTo>
                  <a:pt x="107745" y="3267959"/>
                </a:lnTo>
                <a:cubicBezTo>
                  <a:pt x="48239" y="3267959"/>
                  <a:pt x="0" y="3219720"/>
                  <a:pt x="0" y="3160214"/>
                </a:cubicBezTo>
                <a:lnTo>
                  <a:pt x="0" y="107745"/>
                </a:lnTo>
                <a:cubicBezTo>
                  <a:pt x="0" y="48279"/>
                  <a:pt x="48279" y="0"/>
                  <a:pt x="10774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3564" y="140953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2521" y="1526244"/>
            <a:ext cx="269337" cy="269337"/>
          </a:xfrm>
          <a:custGeom>
            <a:avLst/>
            <a:gdLst/>
            <a:ahLst/>
            <a:cxnLst/>
            <a:rect l="l" t="t" r="r" b="b"/>
            <a:pathLst>
              <a:path w="269337" h="269337">
                <a:moveTo>
                  <a:pt x="33667" y="33667"/>
                </a:moveTo>
                <a:cubicBezTo>
                  <a:pt x="15098" y="33667"/>
                  <a:pt x="0" y="48765"/>
                  <a:pt x="0" y="67334"/>
                </a:cubicBezTo>
                <a:lnTo>
                  <a:pt x="0" y="202003"/>
                </a:lnTo>
                <a:cubicBezTo>
                  <a:pt x="0" y="220572"/>
                  <a:pt x="15098" y="235670"/>
                  <a:pt x="33667" y="235670"/>
                </a:cubicBezTo>
                <a:lnTo>
                  <a:pt x="235670" y="235670"/>
                </a:lnTo>
                <a:cubicBezTo>
                  <a:pt x="254240" y="235670"/>
                  <a:pt x="269337" y="220572"/>
                  <a:pt x="269337" y="202003"/>
                </a:cubicBezTo>
                <a:lnTo>
                  <a:pt x="269337" y="67334"/>
                </a:lnTo>
                <a:cubicBezTo>
                  <a:pt x="269337" y="48765"/>
                  <a:pt x="254240" y="33667"/>
                  <a:pt x="235670" y="33667"/>
                </a:cubicBezTo>
                <a:lnTo>
                  <a:pt x="33667" y="33667"/>
                </a:lnTo>
                <a:close/>
                <a:moveTo>
                  <a:pt x="46292" y="67334"/>
                </a:moveTo>
                <a:lnTo>
                  <a:pt x="223045" y="67334"/>
                </a:lnTo>
                <a:cubicBezTo>
                  <a:pt x="230041" y="67334"/>
                  <a:pt x="235670" y="72963"/>
                  <a:pt x="235670" y="79959"/>
                </a:cubicBezTo>
                <a:cubicBezTo>
                  <a:pt x="235670" y="86956"/>
                  <a:pt x="230041" y="92585"/>
                  <a:pt x="223045" y="92585"/>
                </a:cubicBezTo>
                <a:lnTo>
                  <a:pt x="46292" y="92585"/>
                </a:lnTo>
                <a:cubicBezTo>
                  <a:pt x="39296" y="92585"/>
                  <a:pt x="33667" y="86956"/>
                  <a:pt x="33667" y="79959"/>
                </a:cubicBezTo>
                <a:cubicBezTo>
                  <a:pt x="33667" y="72963"/>
                  <a:pt x="39296" y="67334"/>
                  <a:pt x="46292" y="6733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194062" y="1517267"/>
            <a:ext cx="169682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3564" y="2055941"/>
            <a:ext cx="5261054" cy="52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Terminal karmaşasından kurtulun! HTML5/JS/CSS ile yazılmış modern, kullanıcı dostu arayüz.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3564" y="2724795"/>
            <a:ext cx="5180253" cy="430940"/>
          </a:xfrm>
          <a:custGeom>
            <a:avLst/>
            <a:gdLst/>
            <a:ahLst/>
            <a:cxnLst/>
            <a:rect l="l" t="t" r="r" b="b"/>
            <a:pathLst>
              <a:path w="5180253" h="430940">
                <a:moveTo>
                  <a:pt x="71825" y="0"/>
                </a:moveTo>
                <a:lnTo>
                  <a:pt x="5108429" y="0"/>
                </a:lnTo>
                <a:cubicBezTo>
                  <a:pt x="5148096" y="0"/>
                  <a:pt x="5180253" y="32157"/>
                  <a:pt x="5180253" y="71825"/>
                </a:cubicBezTo>
                <a:lnTo>
                  <a:pt x="5180253" y="359115"/>
                </a:lnTo>
                <a:cubicBezTo>
                  <a:pt x="5180253" y="398783"/>
                  <a:pt x="5148096" y="430940"/>
                  <a:pt x="5108429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744" y="2850486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23482" y="2832530"/>
            <a:ext cx="16698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Gerçek zamanlı log izleme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3564" y="3263470"/>
            <a:ext cx="5180253" cy="430940"/>
          </a:xfrm>
          <a:custGeom>
            <a:avLst/>
            <a:gdLst/>
            <a:ahLst/>
            <a:cxnLst/>
            <a:rect l="l" t="t" r="r" b="b"/>
            <a:pathLst>
              <a:path w="5180253" h="430940">
                <a:moveTo>
                  <a:pt x="71825" y="0"/>
                </a:moveTo>
                <a:lnTo>
                  <a:pt x="5108429" y="0"/>
                </a:lnTo>
                <a:cubicBezTo>
                  <a:pt x="5148096" y="0"/>
                  <a:pt x="5180253" y="32157"/>
                  <a:pt x="5180253" y="71825"/>
                </a:cubicBezTo>
                <a:lnTo>
                  <a:pt x="5180253" y="359115"/>
                </a:lnTo>
                <a:cubicBezTo>
                  <a:pt x="5180253" y="398783"/>
                  <a:pt x="5148096" y="430940"/>
                  <a:pt x="5108429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744" y="3389161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482" y="3371205"/>
            <a:ext cx="206491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İlerleme çubukları ve istatistikler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3564" y="3802144"/>
            <a:ext cx="5180253" cy="430940"/>
          </a:xfrm>
          <a:custGeom>
            <a:avLst/>
            <a:gdLst/>
            <a:ahLst/>
            <a:cxnLst/>
            <a:rect l="l" t="t" r="r" b="b"/>
            <a:pathLst>
              <a:path w="5180253" h="430940">
                <a:moveTo>
                  <a:pt x="71825" y="0"/>
                </a:moveTo>
                <a:lnTo>
                  <a:pt x="5108429" y="0"/>
                </a:lnTo>
                <a:cubicBezTo>
                  <a:pt x="5148096" y="0"/>
                  <a:pt x="5180253" y="32157"/>
                  <a:pt x="5180253" y="71825"/>
                </a:cubicBezTo>
                <a:lnTo>
                  <a:pt x="5180253" y="359115"/>
                </a:lnTo>
                <a:cubicBezTo>
                  <a:pt x="5180253" y="398783"/>
                  <a:pt x="5148096" y="430940"/>
                  <a:pt x="5108429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744" y="3927835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23482" y="3909879"/>
            <a:ext cx="127486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tasarım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9121" y="1189573"/>
            <a:ext cx="5620171" cy="3267959"/>
          </a:xfrm>
          <a:custGeom>
            <a:avLst/>
            <a:gdLst/>
            <a:ahLst/>
            <a:cxnLst/>
            <a:rect l="l" t="t" r="r" b="b"/>
            <a:pathLst>
              <a:path w="5620171" h="3267959">
                <a:moveTo>
                  <a:pt x="107745" y="0"/>
                </a:moveTo>
                <a:lnTo>
                  <a:pt x="5512426" y="0"/>
                </a:lnTo>
                <a:cubicBezTo>
                  <a:pt x="5571932" y="0"/>
                  <a:pt x="5620171" y="48239"/>
                  <a:pt x="5620171" y="107745"/>
                </a:cubicBezTo>
                <a:lnTo>
                  <a:pt x="5620171" y="3160214"/>
                </a:lnTo>
                <a:cubicBezTo>
                  <a:pt x="5620171" y="3219720"/>
                  <a:pt x="5571932" y="3267959"/>
                  <a:pt x="5512426" y="3267959"/>
                </a:cubicBezTo>
                <a:lnTo>
                  <a:pt x="107745" y="3267959"/>
                </a:lnTo>
                <a:cubicBezTo>
                  <a:pt x="48239" y="3267959"/>
                  <a:pt x="0" y="3219720"/>
                  <a:pt x="0" y="3160214"/>
                </a:cubicBezTo>
                <a:lnTo>
                  <a:pt x="0" y="107745"/>
                </a:lnTo>
                <a:cubicBezTo>
                  <a:pt x="0" y="48279"/>
                  <a:pt x="48279" y="0"/>
                  <a:pt x="10774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9080" y="140953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48037" y="1526244"/>
            <a:ext cx="269337" cy="269337"/>
          </a:xfrm>
          <a:custGeom>
            <a:avLst/>
            <a:gdLst/>
            <a:ahLst/>
            <a:cxnLst/>
            <a:rect l="l" t="t" r="r" b="b"/>
            <a:pathLst>
              <a:path w="269337" h="269337">
                <a:moveTo>
                  <a:pt x="0" y="50501"/>
                </a:moveTo>
                <a:cubicBezTo>
                  <a:pt x="0" y="41190"/>
                  <a:pt x="7523" y="33667"/>
                  <a:pt x="16834" y="33667"/>
                </a:cubicBezTo>
                <a:lnTo>
                  <a:pt x="218837" y="33667"/>
                </a:lnTo>
                <a:cubicBezTo>
                  <a:pt x="228148" y="33667"/>
                  <a:pt x="235670" y="41190"/>
                  <a:pt x="235670" y="50501"/>
                </a:cubicBezTo>
                <a:cubicBezTo>
                  <a:pt x="235670" y="59812"/>
                  <a:pt x="228148" y="67334"/>
                  <a:pt x="218837" y="67334"/>
                </a:cubicBezTo>
                <a:lnTo>
                  <a:pt x="16834" y="67334"/>
                </a:lnTo>
                <a:cubicBezTo>
                  <a:pt x="7523" y="67334"/>
                  <a:pt x="0" y="59812"/>
                  <a:pt x="0" y="50501"/>
                </a:cubicBezTo>
                <a:close/>
                <a:moveTo>
                  <a:pt x="33667" y="134669"/>
                </a:moveTo>
                <a:cubicBezTo>
                  <a:pt x="33667" y="125358"/>
                  <a:pt x="41190" y="117835"/>
                  <a:pt x="50501" y="117835"/>
                </a:cubicBezTo>
                <a:lnTo>
                  <a:pt x="252504" y="117835"/>
                </a:lnTo>
                <a:cubicBezTo>
                  <a:pt x="261815" y="117835"/>
                  <a:pt x="269337" y="125358"/>
                  <a:pt x="269337" y="134669"/>
                </a:cubicBezTo>
                <a:cubicBezTo>
                  <a:pt x="269337" y="143980"/>
                  <a:pt x="261815" y="151502"/>
                  <a:pt x="252504" y="151502"/>
                </a:cubicBezTo>
                <a:lnTo>
                  <a:pt x="50501" y="151502"/>
                </a:lnTo>
                <a:cubicBezTo>
                  <a:pt x="41190" y="151502"/>
                  <a:pt x="33667" y="143980"/>
                  <a:pt x="33667" y="134669"/>
                </a:cubicBezTo>
                <a:close/>
                <a:moveTo>
                  <a:pt x="235670" y="218837"/>
                </a:moveTo>
                <a:cubicBezTo>
                  <a:pt x="235670" y="228148"/>
                  <a:pt x="228148" y="235670"/>
                  <a:pt x="218837" y="235670"/>
                </a:cubicBezTo>
                <a:lnTo>
                  <a:pt x="16834" y="235670"/>
                </a:lnTo>
                <a:cubicBezTo>
                  <a:pt x="7523" y="235670"/>
                  <a:pt x="0" y="228148"/>
                  <a:pt x="0" y="218837"/>
                </a:cubicBezTo>
                <a:cubicBezTo>
                  <a:pt x="0" y="209525"/>
                  <a:pt x="7523" y="202003"/>
                  <a:pt x="16834" y="202003"/>
                </a:cubicBezTo>
                <a:lnTo>
                  <a:pt x="218837" y="202003"/>
                </a:lnTo>
                <a:cubicBezTo>
                  <a:pt x="228148" y="202003"/>
                  <a:pt x="235670" y="209525"/>
                  <a:pt x="235670" y="21883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039578" y="1517267"/>
            <a:ext cx="2020029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Server-Sent Events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9080" y="2055941"/>
            <a:ext cx="5261054" cy="260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 backend'den web arayüzüne </a:t>
            </a:r>
            <a:pPr>
              <a:lnSpc>
                <a:spcPct val="140000"/>
              </a:lnSpc>
            </a:pPr>
            <a:r>
              <a:rPr lang="en-US" sz="1272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satır satır, anlık</a:t>
            </a:r>
            <a:pPr>
              <a:lnSpc>
                <a:spcPct val="140000"/>
              </a:lnSpc>
            </a:pPr>
            <a:r>
              <a:rPr lang="en-US" sz="127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 akışı.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9080" y="2462191"/>
            <a:ext cx="5180253" cy="933703"/>
          </a:xfrm>
          <a:custGeom>
            <a:avLst/>
            <a:gdLst/>
            <a:ahLst/>
            <a:cxnLst/>
            <a:rect l="l" t="t" r="r" b="b"/>
            <a:pathLst>
              <a:path w="5180253" h="933703">
                <a:moveTo>
                  <a:pt x="71820" y="0"/>
                </a:moveTo>
                <a:lnTo>
                  <a:pt x="5108433" y="0"/>
                </a:lnTo>
                <a:cubicBezTo>
                  <a:pt x="5148098" y="0"/>
                  <a:pt x="5180253" y="32155"/>
                  <a:pt x="5180253" y="71820"/>
                </a:cubicBezTo>
                <a:lnTo>
                  <a:pt x="5180253" y="861882"/>
                </a:lnTo>
                <a:cubicBezTo>
                  <a:pt x="5180253" y="901547"/>
                  <a:pt x="5148098" y="933703"/>
                  <a:pt x="5108433" y="933703"/>
                </a:cubicBezTo>
                <a:lnTo>
                  <a:pt x="71820" y="933703"/>
                </a:lnTo>
                <a:cubicBezTo>
                  <a:pt x="32155" y="933703"/>
                  <a:pt x="0" y="901547"/>
                  <a:pt x="0" y="861882"/>
                </a:cubicBezTo>
                <a:lnTo>
                  <a:pt x="0" y="71820"/>
                </a:lnTo>
                <a:cubicBezTo>
                  <a:pt x="0" y="32182"/>
                  <a:pt x="32182" y="0"/>
                  <a:pt x="7182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572727" y="2605838"/>
            <a:ext cx="495580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// SSE bağlantısı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72727" y="2857219"/>
            <a:ext cx="495580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w.Header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().Set(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"Content-Type"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"text/event-stream"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2727" y="3072689"/>
            <a:ext cx="495580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fmt.Fprintf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(w, 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"data: %s\n\n"</a:t>
            </a:r>
            <a:pPr>
              <a:lnSpc>
                <a:spcPct val="120000"/>
              </a:lnSpc>
            </a:pPr>
            <a:r>
              <a:rPr lang="en-US" sz="990" dirty="0">
                <a:solidFill>
                  <a:srgbClr val="F1F5F9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log)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9080" y="3593408"/>
            <a:ext cx="107735" cy="107735"/>
          </a:xfrm>
          <a:custGeom>
            <a:avLst/>
            <a:gdLst/>
            <a:ahLst/>
            <a:cxnLst/>
            <a:rect l="l" t="t" r="r" b="b"/>
            <a:pathLst>
              <a:path w="107735" h="107735">
                <a:moveTo>
                  <a:pt x="53867" y="0"/>
                </a:moveTo>
                <a:lnTo>
                  <a:pt x="53867" y="0"/>
                </a:lnTo>
                <a:cubicBezTo>
                  <a:pt x="83598" y="0"/>
                  <a:pt x="107735" y="24137"/>
                  <a:pt x="107735" y="53867"/>
                </a:cubicBezTo>
                <a:lnTo>
                  <a:pt x="107735" y="53867"/>
                </a:lnTo>
                <a:cubicBezTo>
                  <a:pt x="107735" y="83598"/>
                  <a:pt x="83598" y="107735"/>
                  <a:pt x="53867" y="107735"/>
                </a:cubicBezTo>
                <a:lnTo>
                  <a:pt x="53867" y="107735"/>
                </a:lnTo>
                <a:cubicBezTo>
                  <a:pt x="24137" y="107735"/>
                  <a:pt x="0" y="83598"/>
                  <a:pt x="0" y="53867"/>
                </a:cubicBezTo>
                <a:lnTo>
                  <a:pt x="0" y="53867"/>
                </a:lnTo>
                <a:cubicBezTo>
                  <a:pt x="0" y="24137"/>
                  <a:pt x="24137" y="0"/>
                  <a:pt x="5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608638" y="3539541"/>
            <a:ext cx="33218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79576" y="3539541"/>
            <a:ext cx="186740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Gerçek zamanlı güncelleme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8094" y="4646068"/>
            <a:ext cx="11455811" cy="1840471"/>
          </a:xfrm>
          <a:custGeom>
            <a:avLst/>
            <a:gdLst/>
            <a:ahLst/>
            <a:cxnLst/>
            <a:rect l="l" t="t" r="r" b="b"/>
            <a:pathLst>
              <a:path w="11455811" h="1840471">
                <a:moveTo>
                  <a:pt x="107741" y="0"/>
                </a:moveTo>
                <a:lnTo>
                  <a:pt x="11348070" y="0"/>
                </a:lnTo>
                <a:cubicBezTo>
                  <a:pt x="11407574" y="0"/>
                  <a:pt x="11455811" y="48237"/>
                  <a:pt x="11455811" y="107741"/>
                </a:cubicBezTo>
                <a:lnTo>
                  <a:pt x="11455811" y="1732730"/>
                </a:lnTo>
                <a:cubicBezTo>
                  <a:pt x="11455811" y="1792234"/>
                  <a:pt x="11407574" y="1840471"/>
                  <a:pt x="11348070" y="1840471"/>
                </a:cubicBezTo>
                <a:lnTo>
                  <a:pt x="107741" y="1840471"/>
                </a:lnTo>
                <a:cubicBezTo>
                  <a:pt x="48237" y="1840471"/>
                  <a:pt x="0" y="1792234"/>
                  <a:pt x="0" y="1732730"/>
                </a:cubicBezTo>
                <a:lnTo>
                  <a:pt x="0" y="107741"/>
                </a:lnTo>
                <a:cubicBezTo>
                  <a:pt x="0" y="48237"/>
                  <a:pt x="48237" y="0"/>
                  <a:pt x="107741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10000"/>
                </a:srgbClr>
              </a:gs>
            </a:gsLst>
            <a:lin ang="0" scaled="1"/>
          </a:gradFill>
          <a:ln w="254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6630" y="4834604"/>
            <a:ext cx="574586" cy="574586"/>
          </a:xfrm>
          <a:custGeom>
            <a:avLst/>
            <a:gdLst/>
            <a:ahLst/>
            <a:cxnLst/>
            <a:rect l="l" t="t" r="r" b="b"/>
            <a:pathLst>
              <a:path w="574586" h="574586">
                <a:moveTo>
                  <a:pt x="107735" y="0"/>
                </a:moveTo>
                <a:lnTo>
                  <a:pt x="466851" y="0"/>
                </a:lnTo>
                <a:cubicBezTo>
                  <a:pt x="526352" y="0"/>
                  <a:pt x="574586" y="48235"/>
                  <a:pt x="574586" y="107735"/>
                </a:cubicBezTo>
                <a:lnTo>
                  <a:pt x="574586" y="466851"/>
                </a:lnTo>
                <a:cubicBezTo>
                  <a:pt x="574586" y="526352"/>
                  <a:pt x="526352" y="574586"/>
                  <a:pt x="466851" y="574586"/>
                </a:cubicBezTo>
                <a:lnTo>
                  <a:pt x="107735" y="574586"/>
                </a:lnTo>
                <a:cubicBezTo>
                  <a:pt x="48235" y="574586"/>
                  <a:pt x="0" y="526352"/>
                  <a:pt x="0" y="466851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4" name="Shape 32"/>
          <p:cNvSpPr/>
          <p:nvPr/>
        </p:nvSpPr>
        <p:spPr>
          <a:xfrm>
            <a:off x="745166" y="4987228"/>
            <a:ext cx="202003" cy="269337"/>
          </a:xfrm>
          <a:custGeom>
            <a:avLst/>
            <a:gdLst/>
            <a:ahLst/>
            <a:cxnLst/>
            <a:rect l="l" t="t" r="r" b="b"/>
            <a:pathLst>
              <a:path w="202003" h="269337">
                <a:moveTo>
                  <a:pt x="0" y="33667"/>
                </a:moveTo>
                <a:cubicBezTo>
                  <a:pt x="0" y="15098"/>
                  <a:pt x="15098" y="0"/>
                  <a:pt x="33667" y="0"/>
                </a:cubicBezTo>
                <a:lnTo>
                  <a:pt x="112312" y="0"/>
                </a:lnTo>
                <a:cubicBezTo>
                  <a:pt x="121254" y="0"/>
                  <a:pt x="129829" y="3525"/>
                  <a:pt x="136142" y="9837"/>
                </a:cubicBezTo>
                <a:lnTo>
                  <a:pt x="192166" y="65914"/>
                </a:lnTo>
                <a:cubicBezTo>
                  <a:pt x="198478" y="72227"/>
                  <a:pt x="202003" y="80801"/>
                  <a:pt x="202003" y="89744"/>
                </a:cubicBezTo>
                <a:lnTo>
                  <a:pt x="202003" y="235670"/>
                </a:lnTo>
                <a:cubicBezTo>
                  <a:pt x="202003" y="254240"/>
                  <a:pt x="186905" y="269337"/>
                  <a:pt x="168336" y="269337"/>
                </a:cubicBezTo>
                <a:lnTo>
                  <a:pt x="33667" y="269337"/>
                </a:lnTo>
                <a:cubicBezTo>
                  <a:pt x="15098" y="269337"/>
                  <a:pt x="0" y="254240"/>
                  <a:pt x="0" y="235670"/>
                </a:cubicBezTo>
                <a:lnTo>
                  <a:pt x="0" y="33667"/>
                </a:lnTo>
                <a:close/>
                <a:moveTo>
                  <a:pt x="109418" y="30774"/>
                </a:moveTo>
                <a:lnTo>
                  <a:pt x="109418" y="79959"/>
                </a:lnTo>
                <a:cubicBezTo>
                  <a:pt x="109418" y="86956"/>
                  <a:pt x="115047" y="92585"/>
                  <a:pt x="122043" y="92585"/>
                </a:cubicBezTo>
                <a:lnTo>
                  <a:pt x="171229" y="92585"/>
                </a:lnTo>
                <a:lnTo>
                  <a:pt x="109418" y="30774"/>
                </a:lnTo>
                <a:close/>
                <a:moveTo>
                  <a:pt x="81117" y="155500"/>
                </a:moveTo>
                <a:cubicBezTo>
                  <a:pt x="85641" y="150187"/>
                  <a:pt x="85062" y="142244"/>
                  <a:pt x="79749" y="137720"/>
                </a:cubicBezTo>
                <a:cubicBezTo>
                  <a:pt x="74436" y="133196"/>
                  <a:pt x="66493" y="133774"/>
                  <a:pt x="61969" y="139087"/>
                </a:cubicBezTo>
                <a:lnTo>
                  <a:pt x="36718" y="168546"/>
                </a:lnTo>
                <a:cubicBezTo>
                  <a:pt x="32668" y="173281"/>
                  <a:pt x="32668" y="180225"/>
                  <a:pt x="36718" y="184959"/>
                </a:cubicBezTo>
                <a:lnTo>
                  <a:pt x="61969" y="214418"/>
                </a:lnTo>
                <a:cubicBezTo>
                  <a:pt x="66493" y="219731"/>
                  <a:pt x="74489" y="220309"/>
                  <a:pt x="79749" y="215785"/>
                </a:cubicBezTo>
                <a:cubicBezTo>
                  <a:pt x="85010" y="211261"/>
                  <a:pt x="85641" y="203265"/>
                  <a:pt x="81117" y="198005"/>
                </a:cubicBezTo>
                <a:lnTo>
                  <a:pt x="62916" y="176753"/>
                </a:lnTo>
                <a:lnTo>
                  <a:pt x="81117" y="155500"/>
                </a:lnTo>
                <a:close/>
                <a:moveTo>
                  <a:pt x="140034" y="139087"/>
                </a:moveTo>
                <a:cubicBezTo>
                  <a:pt x="135510" y="133774"/>
                  <a:pt x="127514" y="133196"/>
                  <a:pt x="122254" y="137720"/>
                </a:cubicBezTo>
                <a:cubicBezTo>
                  <a:pt x="116993" y="142244"/>
                  <a:pt x="116362" y="150240"/>
                  <a:pt x="120886" y="155500"/>
                </a:cubicBezTo>
                <a:lnTo>
                  <a:pt x="139087" y="176753"/>
                </a:lnTo>
                <a:lnTo>
                  <a:pt x="120886" y="198005"/>
                </a:lnTo>
                <a:cubicBezTo>
                  <a:pt x="116362" y="203318"/>
                  <a:pt x="116941" y="211261"/>
                  <a:pt x="122254" y="215785"/>
                </a:cubicBezTo>
                <a:cubicBezTo>
                  <a:pt x="127567" y="220309"/>
                  <a:pt x="135510" y="219731"/>
                  <a:pt x="140034" y="214418"/>
                </a:cubicBezTo>
                <a:lnTo>
                  <a:pt x="165285" y="184959"/>
                </a:lnTo>
                <a:cubicBezTo>
                  <a:pt x="169335" y="180225"/>
                  <a:pt x="169335" y="173281"/>
                  <a:pt x="165285" y="168546"/>
                </a:cubicBezTo>
                <a:lnTo>
                  <a:pt x="140034" y="13908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310775" y="4834604"/>
            <a:ext cx="10432330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XML Sonuç Birleştirme (Merging)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10775" y="5229632"/>
            <a:ext cx="10405396" cy="260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İşçilerin ürettiği </a:t>
            </a:r>
            <a:pPr>
              <a:lnSpc>
                <a:spcPct val="140000"/>
              </a:lnSpc>
            </a:pPr>
            <a:r>
              <a:rPr lang="en-US" sz="1272" dirty="0">
                <a:solidFill>
                  <a:srgbClr val="F1F5F9"/>
                </a:solidFill>
                <a:highlight>
                  <a:srgbClr val="8B5CF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worker_*.xml </a:t>
            </a:r>
            <a:pPr>
              <a:lnSpc>
                <a:spcPct val="140000"/>
              </a:lnSpc>
            </a:pPr>
            <a:r>
              <a:rPr lang="en-US" sz="127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dosyaları, Nmap mantıksal yapısı bozulmadan tek bir raporda birleştirilir.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15264" y="5640371"/>
            <a:ext cx="3357738" cy="655387"/>
          </a:xfrm>
          <a:custGeom>
            <a:avLst/>
            <a:gdLst/>
            <a:ahLst/>
            <a:cxnLst/>
            <a:rect l="l" t="t" r="r" b="b"/>
            <a:pathLst>
              <a:path w="3357738" h="655387">
                <a:moveTo>
                  <a:pt x="71824" y="0"/>
                </a:moveTo>
                <a:lnTo>
                  <a:pt x="3285914" y="0"/>
                </a:lnTo>
                <a:cubicBezTo>
                  <a:pt x="3325581" y="0"/>
                  <a:pt x="3357738" y="32157"/>
                  <a:pt x="3357738" y="71824"/>
                </a:cubicBezTo>
                <a:lnTo>
                  <a:pt x="3357738" y="583563"/>
                </a:lnTo>
                <a:cubicBezTo>
                  <a:pt x="3357738" y="623231"/>
                  <a:pt x="3325581" y="655387"/>
                  <a:pt x="3285914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96065" y="5752595"/>
            <a:ext cx="319613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worker_1.xml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927472" y="5981532"/>
            <a:ext cx="141402" cy="161602"/>
          </a:xfrm>
          <a:custGeom>
            <a:avLst/>
            <a:gdLst/>
            <a:ahLst/>
            <a:cxnLst/>
            <a:rect l="l" t="t" r="r" b="b"/>
            <a:pathLst>
              <a:path w="141402" h="161602">
                <a:moveTo>
                  <a:pt x="80801" y="20200"/>
                </a:moveTo>
                <a:cubicBezTo>
                  <a:pt x="80801" y="14614"/>
                  <a:pt x="76288" y="10100"/>
                  <a:pt x="70701" y="10100"/>
                </a:cubicBezTo>
                <a:cubicBezTo>
                  <a:pt x="65114" y="10100"/>
                  <a:pt x="60601" y="14614"/>
                  <a:pt x="60601" y="20200"/>
                </a:cubicBezTo>
                <a:lnTo>
                  <a:pt x="60601" y="70701"/>
                </a:lnTo>
                <a:lnTo>
                  <a:pt x="10100" y="70701"/>
                </a:lnTo>
                <a:cubicBezTo>
                  <a:pt x="4514" y="70701"/>
                  <a:pt x="0" y="75215"/>
                  <a:pt x="0" y="80801"/>
                </a:cubicBezTo>
                <a:cubicBezTo>
                  <a:pt x="0" y="86388"/>
                  <a:pt x="4514" y="90901"/>
                  <a:pt x="10100" y="90901"/>
                </a:cubicBezTo>
                <a:lnTo>
                  <a:pt x="60601" y="90901"/>
                </a:lnTo>
                <a:lnTo>
                  <a:pt x="60601" y="141402"/>
                </a:lnTo>
                <a:cubicBezTo>
                  <a:pt x="60601" y="146989"/>
                  <a:pt x="65114" y="151502"/>
                  <a:pt x="70701" y="151502"/>
                </a:cubicBezTo>
                <a:cubicBezTo>
                  <a:pt x="76288" y="151502"/>
                  <a:pt x="80801" y="146989"/>
                  <a:pt x="80801" y="141402"/>
                </a:cubicBezTo>
                <a:lnTo>
                  <a:pt x="80801" y="90901"/>
                </a:lnTo>
                <a:lnTo>
                  <a:pt x="131302" y="90901"/>
                </a:lnTo>
                <a:cubicBezTo>
                  <a:pt x="136889" y="90901"/>
                  <a:pt x="141402" y="86388"/>
                  <a:pt x="141402" y="80801"/>
                </a:cubicBezTo>
                <a:cubicBezTo>
                  <a:pt x="141402" y="75215"/>
                  <a:pt x="136889" y="70701"/>
                  <a:pt x="131302" y="70701"/>
                </a:cubicBezTo>
                <a:lnTo>
                  <a:pt x="80801" y="70701"/>
                </a:lnTo>
                <a:lnTo>
                  <a:pt x="80801" y="202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4793306" y="5640371"/>
            <a:ext cx="3357738" cy="655387"/>
          </a:xfrm>
          <a:custGeom>
            <a:avLst/>
            <a:gdLst/>
            <a:ahLst/>
            <a:cxnLst/>
            <a:rect l="l" t="t" r="r" b="b"/>
            <a:pathLst>
              <a:path w="3357738" h="655387">
                <a:moveTo>
                  <a:pt x="71824" y="0"/>
                </a:moveTo>
                <a:lnTo>
                  <a:pt x="3285914" y="0"/>
                </a:lnTo>
                <a:cubicBezTo>
                  <a:pt x="3325581" y="0"/>
                  <a:pt x="3357738" y="32157"/>
                  <a:pt x="3357738" y="71824"/>
                </a:cubicBezTo>
                <a:lnTo>
                  <a:pt x="3357738" y="583563"/>
                </a:lnTo>
                <a:cubicBezTo>
                  <a:pt x="3357738" y="623231"/>
                  <a:pt x="3325581" y="655387"/>
                  <a:pt x="3285914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4107" y="5752595"/>
            <a:ext cx="319613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worker_2.xml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5513" y="5981532"/>
            <a:ext cx="141402" cy="161602"/>
          </a:xfrm>
          <a:custGeom>
            <a:avLst/>
            <a:gdLst/>
            <a:ahLst/>
            <a:cxnLst/>
            <a:rect l="l" t="t" r="r" b="b"/>
            <a:pathLst>
              <a:path w="141402" h="161602">
                <a:moveTo>
                  <a:pt x="80801" y="20200"/>
                </a:moveTo>
                <a:cubicBezTo>
                  <a:pt x="80801" y="14614"/>
                  <a:pt x="76288" y="10100"/>
                  <a:pt x="70701" y="10100"/>
                </a:cubicBezTo>
                <a:cubicBezTo>
                  <a:pt x="65114" y="10100"/>
                  <a:pt x="60601" y="14614"/>
                  <a:pt x="60601" y="20200"/>
                </a:cubicBezTo>
                <a:lnTo>
                  <a:pt x="60601" y="70701"/>
                </a:lnTo>
                <a:lnTo>
                  <a:pt x="10100" y="70701"/>
                </a:lnTo>
                <a:cubicBezTo>
                  <a:pt x="4514" y="70701"/>
                  <a:pt x="0" y="75215"/>
                  <a:pt x="0" y="80801"/>
                </a:cubicBezTo>
                <a:cubicBezTo>
                  <a:pt x="0" y="86388"/>
                  <a:pt x="4514" y="90901"/>
                  <a:pt x="10100" y="90901"/>
                </a:cubicBezTo>
                <a:lnTo>
                  <a:pt x="60601" y="90901"/>
                </a:lnTo>
                <a:lnTo>
                  <a:pt x="60601" y="141402"/>
                </a:lnTo>
                <a:cubicBezTo>
                  <a:pt x="60601" y="146989"/>
                  <a:pt x="65114" y="151502"/>
                  <a:pt x="70701" y="151502"/>
                </a:cubicBezTo>
                <a:cubicBezTo>
                  <a:pt x="76288" y="151502"/>
                  <a:pt x="80801" y="146989"/>
                  <a:pt x="80801" y="141402"/>
                </a:cubicBezTo>
                <a:lnTo>
                  <a:pt x="80801" y="90901"/>
                </a:lnTo>
                <a:lnTo>
                  <a:pt x="131302" y="90901"/>
                </a:lnTo>
                <a:cubicBezTo>
                  <a:pt x="136889" y="90901"/>
                  <a:pt x="141402" y="86388"/>
                  <a:pt x="141402" y="80801"/>
                </a:cubicBezTo>
                <a:cubicBezTo>
                  <a:pt x="141402" y="75215"/>
                  <a:pt x="136889" y="70701"/>
                  <a:pt x="131302" y="70701"/>
                </a:cubicBezTo>
                <a:lnTo>
                  <a:pt x="80801" y="70701"/>
                </a:lnTo>
                <a:lnTo>
                  <a:pt x="80801" y="202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8271347" y="5640371"/>
            <a:ext cx="3357738" cy="655387"/>
          </a:xfrm>
          <a:custGeom>
            <a:avLst/>
            <a:gdLst/>
            <a:ahLst/>
            <a:cxnLst/>
            <a:rect l="l" t="t" r="r" b="b"/>
            <a:pathLst>
              <a:path w="3357738" h="655387">
                <a:moveTo>
                  <a:pt x="71824" y="0"/>
                </a:moveTo>
                <a:lnTo>
                  <a:pt x="3285914" y="0"/>
                </a:lnTo>
                <a:cubicBezTo>
                  <a:pt x="3325581" y="0"/>
                  <a:pt x="3357738" y="32157"/>
                  <a:pt x="3357738" y="71824"/>
                </a:cubicBezTo>
                <a:lnTo>
                  <a:pt x="3357738" y="583563"/>
                </a:lnTo>
                <a:cubicBezTo>
                  <a:pt x="3357738" y="623231"/>
                  <a:pt x="3325581" y="655387"/>
                  <a:pt x="3285914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52148" y="5752595"/>
            <a:ext cx="319613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merged_result.xml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863355" y="5981532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30458" y="0"/>
                </a:moveTo>
                <a:cubicBezTo>
                  <a:pt x="19317" y="0"/>
                  <a:pt x="10258" y="9059"/>
                  <a:pt x="10258" y="20200"/>
                </a:cubicBezTo>
                <a:lnTo>
                  <a:pt x="10258" y="141402"/>
                </a:lnTo>
                <a:cubicBezTo>
                  <a:pt x="10258" y="152544"/>
                  <a:pt x="19317" y="161602"/>
                  <a:pt x="30458" y="161602"/>
                </a:cubicBezTo>
                <a:lnTo>
                  <a:pt x="111259" y="161602"/>
                </a:lnTo>
                <a:cubicBezTo>
                  <a:pt x="122401" y="161602"/>
                  <a:pt x="131460" y="152544"/>
                  <a:pt x="131460" y="141402"/>
                </a:cubicBezTo>
                <a:lnTo>
                  <a:pt x="131460" y="111102"/>
                </a:lnTo>
                <a:lnTo>
                  <a:pt x="156110" y="111102"/>
                </a:lnTo>
                <a:lnTo>
                  <a:pt x="146326" y="120886"/>
                </a:lnTo>
                <a:cubicBezTo>
                  <a:pt x="143359" y="123853"/>
                  <a:pt x="143359" y="128651"/>
                  <a:pt x="146326" y="131586"/>
                </a:cubicBezTo>
                <a:cubicBezTo>
                  <a:pt x="149293" y="134521"/>
                  <a:pt x="154090" y="134553"/>
                  <a:pt x="157026" y="131586"/>
                </a:cubicBezTo>
                <a:lnTo>
                  <a:pt x="179751" y="108861"/>
                </a:lnTo>
                <a:cubicBezTo>
                  <a:pt x="182718" y="105894"/>
                  <a:pt x="182718" y="101096"/>
                  <a:pt x="179751" y="98161"/>
                </a:cubicBezTo>
                <a:lnTo>
                  <a:pt x="157026" y="75435"/>
                </a:lnTo>
                <a:cubicBezTo>
                  <a:pt x="154059" y="72469"/>
                  <a:pt x="149261" y="72469"/>
                  <a:pt x="146326" y="75435"/>
                </a:cubicBezTo>
                <a:cubicBezTo>
                  <a:pt x="143391" y="78402"/>
                  <a:pt x="143359" y="83200"/>
                  <a:pt x="146326" y="86135"/>
                </a:cubicBezTo>
                <a:lnTo>
                  <a:pt x="156110" y="95920"/>
                </a:lnTo>
                <a:lnTo>
                  <a:pt x="131460" y="95920"/>
                </a:lnTo>
                <a:lnTo>
                  <a:pt x="131460" y="53783"/>
                </a:lnTo>
                <a:cubicBezTo>
                  <a:pt x="131460" y="48418"/>
                  <a:pt x="129345" y="43273"/>
                  <a:pt x="125557" y="39485"/>
                </a:cubicBezTo>
                <a:lnTo>
                  <a:pt x="91911" y="5902"/>
                </a:lnTo>
                <a:cubicBezTo>
                  <a:pt x="88124" y="2115"/>
                  <a:pt x="83011" y="0"/>
                  <a:pt x="77645" y="0"/>
                </a:cubicBezTo>
                <a:lnTo>
                  <a:pt x="30458" y="0"/>
                </a:lnTo>
                <a:close/>
                <a:moveTo>
                  <a:pt x="112995" y="55551"/>
                </a:moveTo>
                <a:lnTo>
                  <a:pt x="83484" y="55551"/>
                </a:lnTo>
                <a:cubicBezTo>
                  <a:pt x="79286" y="55551"/>
                  <a:pt x="75909" y="52174"/>
                  <a:pt x="75909" y="47976"/>
                </a:cubicBezTo>
                <a:lnTo>
                  <a:pt x="75909" y="18464"/>
                </a:lnTo>
                <a:lnTo>
                  <a:pt x="112995" y="55551"/>
                </a:lnTo>
                <a:close/>
                <a:moveTo>
                  <a:pt x="70859" y="103527"/>
                </a:moveTo>
                <a:cubicBezTo>
                  <a:pt x="70859" y="99329"/>
                  <a:pt x="74236" y="95951"/>
                  <a:pt x="78434" y="95951"/>
                </a:cubicBezTo>
                <a:lnTo>
                  <a:pt x="111259" y="95951"/>
                </a:lnTo>
                <a:lnTo>
                  <a:pt x="111259" y="111102"/>
                </a:lnTo>
                <a:lnTo>
                  <a:pt x="78434" y="111102"/>
                </a:lnTo>
                <a:cubicBezTo>
                  <a:pt x="74236" y="111102"/>
                  <a:pt x="70859" y="107724"/>
                  <a:pt x="70859" y="1035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Shape 44"/>
          <p:cNvSpPr/>
          <p:nvPr/>
        </p:nvSpPr>
        <p:spPr>
          <a:xfrm>
            <a:off x="8390903" y="6378804"/>
            <a:ext cx="179558" cy="143647"/>
          </a:xfrm>
          <a:custGeom>
            <a:avLst/>
            <a:gdLst/>
            <a:ahLst/>
            <a:cxnLst/>
            <a:rect l="l" t="t" r="r" b="b"/>
            <a:pathLst>
              <a:path w="179558" h="143647">
                <a:moveTo>
                  <a:pt x="17956" y="26934"/>
                </a:moveTo>
                <a:cubicBezTo>
                  <a:pt x="17956" y="17030"/>
                  <a:pt x="26008" y="8978"/>
                  <a:pt x="35912" y="8978"/>
                </a:cubicBezTo>
                <a:lnTo>
                  <a:pt x="143647" y="8978"/>
                </a:lnTo>
                <a:cubicBezTo>
                  <a:pt x="153550" y="8978"/>
                  <a:pt x="161602" y="17030"/>
                  <a:pt x="161602" y="26934"/>
                </a:cubicBezTo>
                <a:lnTo>
                  <a:pt x="161602" y="94268"/>
                </a:lnTo>
                <a:lnTo>
                  <a:pt x="143647" y="94268"/>
                </a:lnTo>
                <a:lnTo>
                  <a:pt x="143647" y="26934"/>
                </a:lnTo>
                <a:lnTo>
                  <a:pt x="35912" y="26934"/>
                </a:lnTo>
                <a:lnTo>
                  <a:pt x="35912" y="94268"/>
                </a:lnTo>
                <a:lnTo>
                  <a:pt x="17956" y="94268"/>
                </a:lnTo>
                <a:lnTo>
                  <a:pt x="17956" y="26934"/>
                </a:lnTo>
                <a:close/>
                <a:moveTo>
                  <a:pt x="0" y="113122"/>
                </a:moveTo>
                <a:cubicBezTo>
                  <a:pt x="0" y="110148"/>
                  <a:pt x="2413" y="107735"/>
                  <a:pt x="5387" y="107735"/>
                </a:cubicBezTo>
                <a:lnTo>
                  <a:pt x="174171" y="107735"/>
                </a:lnTo>
                <a:cubicBezTo>
                  <a:pt x="177145" y="107735"/>
                  <a:pt x="179558" y="110148"/>
                  <a:pt x="179558" y="113122"/>
                </a:cubicBezTo>
                <a:cubicBezTo>
                  <a:pt x="179558" y="125017"/>
                  <a:pt x="169907" y="134669"/>
                  <a:pt x="158011" y="134669"/>
                </a:cubicBezTo>
                <a:lnTo>
                  <a:pt x="21547" y="134669"/>
                </a:lnTo>
                <a:cubicBezTo>
                  <a:pt x="9651" y="134669"/>
                  <a:pt x="0" y="125017"/>
                  <a:pt x="0" y="113122"/>
                </a:cubicBezTo>
                <a:close/>
                <a:moveTo>
                  <a:pt x="78837" y="58637"/>
                </a:moveTo>
                <a:lnTo>
                  <a:pt x="70140" y="67334"/>
                </a:lnTo>
                <a:lnTo>
                  <a:pt x="78837" y="76032"/>
                </a:lnTo>
                <a:cubicBezTo>
                  <a:pt x="81475" y="78669"/>
                  <a:pt x="81475" y="82933"/>
                  <a:pt x="78837" y="85543"/>
                </a:cubicBezTo>
                <a:cubicBezTo>
                  <a:pt x="76200" y="88152"/>
                  <a:pt x="71935" y="88180"/>
                  <a:pt x="69326" y="85543"/>
                </a:cubicBezTo>
                <a:lnTo>
                  <a:pt x="55859" y="72076"/>
                </a:lnTo>
                <a:cubicBezTo>
                  <a:pt x="53222" y="69439"/>
                  <a:pt x="53222" y="65174"/>
                  <a:pt x="55859" y="62565"/>
                </a:cubicBezTo>
                <a:lnTo>
                  <a:pt x="69326" y="49098"/>
                </a:lnTo>
                <a:cubicBezTo>
                  <a:pt x="71964" y="46461"/>
                  <a:pt x="76228" y="46461"/>
                  <a:pt x="78837" y="49098"/>
                </a:cubicBezTo>
                <a:cubicBezTo>
                  <a:pt x="81446" y="51735"/>
                  <a:pt x="81475" y="56000"/>
                  <a:pt x="78837" y="58609"/>
                </a:cubicBezTo>
                <a:close/>
                <a:moveTo>
                  <a:pt x="110260" y="49098"/>
                </a:moveTo>
                <a:lnTo>
                  <a:pt x="123727" y="62565"/>
                </a:lnTo>
                <a:cubicBezTo>
                  <a:pt x="126364" y="65202"/>
                  <a:pt x="126364" y="69467"/>
                  <a:pt x="123727" y="72076"/>
                </a:cubicBezTo>
                <a:lnTo>
                  <a:pt x="110260" y="85543"/>
                </a:lnTo>
                <a:cubicBezTo>
                  <a:pt x="107623" y="88180"/>
                  <a:pt x="103358" y="88180"/>
                  <a:pt x="100749" y="85543"/>
                </a:cubicBezTo>
                <a:cubicBezTo>
                  <a:pt x="98140" y="82905"/>
                  <a:pt x="98112" y="78641"/>
                  <a:pt x="100749" y="76032"/>
                </a:cubicBezTo>
                <a:lnTo>
                  <a:pt x="109446" y="67334"/>
                </a:lnTo>
                <a:lnTo>
                  <a:pt x="100749" y="58637"/>
                </a:lnTo>
                <a:cubicBezTo>
                  <a:pt x="98112" y="56000"/>
                  <a:pt x="98112" y="51735"/>
                  <a:pt x="100749" y="49126"/>
                </a:cubicBezTo>
                <a:cubicBezTo>
                  <a:pt x="103386" y="46517"/>
                  <a:pt x="107651" y="46489"/>
                  <a:pt x="110260" y="49126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47" name="Text 45"/>
          <p:cNvSpPr/>
          <p:nvPr/>
        </p:nvSpPr>
        <p:spPr>
          <a:xfrm>
            <a:off x="8621235" y="6356359"/>
            <a:ext cx="336083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Görsel: Dashboard mockup - SSE veri akış diyagramı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099" y="369709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100830" y="0"/>
                </a:moveTo>
                <a:lnTo>
                  <a:pt x="436929" y="0"/>
                </a:lnTo>
                <a:cubicBezTo>
                  <a:pt x="492616" y="0"/>
                  <a:pt x="537759" y="45143"/>
                  <a:pt x="537759" y="100830"/>
                </a:cubicBezTo>
                <a:lnTo>
                  <a:pt x="537759" y="436929"/>
                </a:lnTo>
                <a:cubicBezTo>
                  <a:pt x="537759" y="492616"/>
                  <a:pt x="492616" y="537759"/>
                  <a:pt x="436929" y="537759"/>
                </a:cubicBezTo>
                <a:lnTo>
                  <a:pt x="100830" y="537759"/>
                </a:lnTo>
                <a:cubicBezTo>
                  <a:pt x="45143" y="537759"/>
                  <a:pt x="0" y="492616"/>
                  <a:pt x="0" y="43692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96797" y="512551"/>
            <a:ext cx="220565" cy="252074"/>
          </a:xfrm>
          <a:custGeom>
            <a:avLst/>
            <a:gdLst/>
            <a:ahLst/>
            <a:cxnLst/>
            <a:rect l="l" t="t" r="r" b="b"/>
            <a:pathLst>
              <a:path w="220565" h="252074">
                <a:moveTo>
                  <a:pt x="39387" y="51203"/>
                </a:moveTo>
                <a:cubicBezTo>
                  <a:pt x="45908" y="51203"/>
                  <a:pt x="51203" y="45908"/>
                  <a:pt x="51203" y="39387"/>
                </a:cubicBezTo>
                <a:cubicBezTo>
                  <a:pt x="51203" y="32865"/>
                  <a:pt x="45908" y="27571"/>
                  <a:pt x="39387" y="27571"/>
                </a:cubicBezTo>
                <a:cubicBezTo>
                  <a:pt x="32865" y="27571"/>
                  <a:pt x="27571" y="32865"/>
                  <a:pt x="27571" y="39387"/>
                </a:cubicBezTo>
                <a:cubicBezTo>
                  <a:pt x="27571" y="45908"/>
                  <a:pt x="32865" y="51203"/>
                  <a:pt x="39387" y="51203"/>
                </a:cubicBezTo>
                <a:close/>
                <a:moveTo>
                  <a:pt x="78773" y="39387"/>
                </a:moveTo>
                <a:cubicBezTo>
                  <a:pt x="78773" y="55535"/>
                  <a:pt x="69074" y="69419"/>
                  <a:pt x="55141" y="75475"/>
                </a:cubicBezTo>
                <a:lnTo>
                  <a:pt x="55141" y="110283"/>
                </a:lnTo>
                <a:lnTo>
                  <a:pt x="141792" y="110283"/>
                </a:lnTo>
                <a:cubicBezTo>
                  <a:pt x="154839" y="110283"/>
                  <a:pt x="165424" y="99697"/>
                  <a:pt x="165424" y="86651"/>
                </a:cubicBezTo>
                <a:lnTo>
                  <a:pt x="165424" y="75475"/>
                </a:lnTo>
                <a:cubicBezTo>
                  <a:pt x="151491" y="69419"/>
                  <a:pt x="141792" y="55535"/>
                  <a:pt x="141792" y="39387"/>
                </a:cubicBezTo>
                <a:cubicBezTo>
                  <a:pt x="141792" y="17626"/>
                  <a:pt x="159417" y="0"/>
                  <a:pt x="181178" y="0"/>
                </a:cubicBezTo>
                <a:cubicBezTo>
                  <a:pt x="202940" y="0"/>
                  <a:pt x="220565" y="17626"/>
                  <a:pt x="220565" y="39387"/>
                </a:cubicBezTo>
                <a:cubicBezTo>
                  <a:pt x="220565" y="55535"/>
                  <a:pt x="210866" y="69419"/>
                  <a:pt x="196933" y="75475"/>
                </a:cubicBezTo>
                <a:lnTo>
                  <a:pt x="196933" y="86651"/>
                </a:lnTo>
                <a:cubicBezTo>
                  <a:pt x="196933" y="117126"/>
                  <a:pt x="172267" y="141792"/>
                  <a:pt x="141792" y="141792"/>
                </a:cubicBezTo>
                <a:lnTo>
                  <a:pt x="55141" y="141792"/>
                </a:lnTo>
                <a:lnTo>
                  <a:pt x="55141" y="176600"/>
                </a:lnTo>
                <a:cubicBezTo>
                  <a:pt x="69074" y="182655"/>
                  <a:pt x="78773" y="196539"/>
                  <a:pt x="78773" y="212688"/>
                </a:cubicBezTo>
                <a:cubicBezTo>
                  <a:pt x="78773" y="234449"/>
                  <a:pt x="61148" y="252074"/>
                  <a:pt x="39387" y="252074"/>
                </a:cubicBezTo>
                <a:cubicBezTo>
                  <a:pt x="17626" y="252074"/>
                  <a:pt x="0" y="234449"/>
                  <a:pt x="0" y="212688"/>
                </a:cubicBezTo>
                <a:cubicBezTo>
                  <a:pt x="0" y="196539"/>
                  <a:pt x="9699" y="182655"/>
                  <a:pt x="23632" y="176600"/>
                </a:cubicBezTo>
                <a:lnTo>
                  <a:pt x="23632" y="75524"/>
                </a:lnTo>
                <a:cubicBezTo>
                  <a:pt x="9699" y="69419"/>
                  <a:pt x="0" y="55535"/>
                  <a:pt x="0" y="39387"/>
                </a:cubicBezTo>
                <a:cubicBezTo>
                  <a:pt x="0" y="17626"/>
                  <a:pt x="17626" y="0"/>
                  <a:pt x="39387" y="0"/>
                </a:cubicBezTo>
                <a:cubicBezTo>
                  <a:pt x="61148" y="0"/>
                  <a:pt x="78773" y="17626"/>
                  <a:pt x="78773" y="39387"/>
                </a:cubicBezTo>
                <a:close/>
                <a:moveTo>
                  <a:pt x="192994" y="39387"/>
                </a:moveTo>
                <a:cubicBezTo>
                  <a:pt x="192994" y="32865"/>
                  <a:pt x="187700" y="27571"/>
                  <a:pt x="181178" y="27571"/>
                </a:cubicBezTo>
                <a:cubicBezTo>
                  <a:pt x="174657" y="27571"/>
                  <a:pt x="169363" y="32865"/>
                  <a:pt x="169363" y="39387"/>
                </a:cubicBezTo>
                <a:cubicBezTo>
                  <a:pt x="169363" y="45908"/>
                  <a:pt x="174657" y="51203"/>
                  <a:pt x="181178" y="51203"/>
                </a:cubicBezTo>
                <a:cubicBezTo>
                  <a:pt x="187700" y="51203"/>
                  <a:pt x="192994" y="45908"/>
                  <a:pt x="192994" y="39387"/>
                </a:cubicBezTo>
                <a:close/>
                <a:moveTo>
                  <a:pt x="39387" y="224504"/>
                </a:moveTo>
                <a:cubicBezTo>
                  <a:pt x="45908" y="224504"/>
                  <a:pt x="51203" y="219209"/>
                  <a:pt x="51203" y="212688"/>
                </a:cubicBezTo>
                <a:cubicBezTo>
                  <a:pt x="51203" y="206166"/>
                  <a:pt x="45908" y="200872"/>
                  <a:pt x="39387" y="200872"/>
                </a:cubicBezTo>
                <a:cubicBezTo>
                  <a:pt x="32865" y="200872"/>
                  <a:pt x="27571" y="206166"/>
                  <a:pt x="27571" y="212688"/>
                </a:cubicBezTo>
                <a:cubicBezTo>
                  <a:pt x="27571" y="219209"/>
                  <a:pt x="32865" y="224504"/>
                  <a:pt x="39387" y="2245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08298" y="336099"/>
            <a:ext cx="1604874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Temiz Kod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8298" y="705808"/>
            <a:ext cx="153765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Repozitörü Disiplini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904" y="1109127"/>
            <a:ext cx="11502997" cy="915870"/>
          </a:xfrm>
          <a:custGeom>
            <a:avLst/>
            <a:gdLst/>
            <a:ahLst/>
            <a:cxnLst/>
            <a:rect l="l" t="t" r="r" b="b"/>
            <a:pathLst>
              <a:path w="11502997" h="915870">
                <a:moveTo>
                  <a:pt x="0" y="0"/>
                </a:moveTo>
                <a:lnTo>
                  <a:pt x="11402168" y="0"/>
                </a:lnTo>
                <a:cubicBezTo>
                  <a:pt x="11457854" y="0"/>
                  <a:pt x="11502997" y="45142"/>
                  <a:pt x="11502997" y="100828"/>
                </a:cubicBezTo>
                <a:lnTo>
                  <a:pt x="11502997" y="815042"/>
                </a:lnTo>
                <a:cubicBezTo>
                  <a:pt x="11502997" y="870728"/>
                  <a:pt x="11457854" y="915870"/>
                  <a:pt x="11402168" y="915870"/>
                </a:cubicBezTo>
                <a:lnTo>
                  <a:pt x="0" y="91587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5000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52904" y="1109127"/>
            <a:ext cx="33610" cy="915870"/>
          </a:xfrm>
          <a:custGeom>
            <a:avLst/>
            <a:gdLst/>
            <a:ahLst/>
            <a:cxnLst/>
            <a:rect l="l" t="t" r="r" b="b"/>
            <a:pathLst>
              <a:path w="33610" h="915870">
                <a:moveTo>
                  <a:pt x="0" y="0"/>
                </a:moveTo>
                <a:lnTo>
                  <a:pt x="33610" y="0"/>
                </a:lnTo>
                <a:lnTo>
                  <a:pt x="33610" y="915870"/>
                </a:lnTo>
                <a:lnTo>
                  <a:pt x="0" y="91587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94476" y="1310787"/>
            <a:ext cx="264678" cy="302489"/>
          </a:xfrm>
          <a:custGeom>
            <a:avLst/>
            <a:gdLst/>
            <a:ahLst/>
            <a:cxnLst/>
            <a:rect l="l" t="t" r="r" b="b"/>
            <a:pathLst>
              <a:path w="264678" h="302489">
                <a:moveTo>
                  <a:pt x="145278" y="-15302"/>
                </a:moveTo>
                <a:cubicBezTo>
                  <a:pt x="137361" y="-20146"/>
                  <a:pt x="127376" y="-20146"/>
                  <a:pt x="119460" y="-15302"/>
                </a:cubicBezTo>
                <a:cubicBezTo>
                  <a:pt x="105044" y="-6499"/>
                  <a:pt x="96123" y="-4136"/>
                  <a:pt x="79226" y="-4490"/>
                </a:cubicBezTo>
                <a:cubicBezTo>
                  <a:pt x="69951" y="-4726"/>
                  <a:pt x="61325" y="295"/>
                  <a:pt x="56835" y="8448"/>
                </a:cubicBezTo>
                <a:cubicBezTo>
                  <a:pt x="48741" y="23277"/>
                  <a:pt x="42183" y="29835"/>
                  <a:pt x="27354" y="37929"/>
                </a:cubicBezTo>
                <a:cubicBezTo>
                  <a:pt x="19201" y="42360"/>
                  <a:pt x="14238" y="51045"/>
                  <a:pt x="14416" y="60321"/>
                </a:cubicBezTo>
                <a:cubicBezTo>
                  <a:pt x="14829" y="77217"/>
                  <a:pt x="12407" y="86139"/>
                  <a:pt x="3604" y="100554"/>
                </a:cubicBezTo>
                <a:cubicBezTo>
                  <a:pt x="-1241" y="108471"/>
                  <a:pt x="-1241" y="118455"/>
                  <a:pt x="3604" y="126372"/>
                </a:cubicBezTo>
                <a:cubicBezTo>
                  <a:pt x="12407" y="140788"/>
                  <a:pt x="14770" y="149709"/>
                  <a:pt x="14416" y="166605"/>
                </a:cubicBezTo>
                <a:cubicBezTo>
                  <a:pt x="14179" y="175881"/>
                  <a:pt x="19201" y="184507"/>
                  <a:pt x="27354" y="188997"/>
                </a:cubicBezTo>
                <a:cubicBezTo>
                  <a:pt x="40411" y="196145"/>
                  <a:pt x="47028" y="202053"/>
                  <a:pt x="53999" y="213515"/>
                </a:cubicBezTo>
                <a:lnTo>
                  <a:pt x="25227" y="270882"/>
                </a:lnTo>
                <a:cubicBezTo>
                  <a:pt x="21741" y="277912"/>
                  <a:pt x="24577" y="286420"/>
                  <a:pt x="31549" y="289905"/>
                </a:cubicBezTo>
                <a:lnTo>
                  <a:pt x="82357" y="315310"/>
                </a:lnTo>
                <a:cubicBezTo>
                  <a:pt x="89152" y="318677"/>
                  <a:pt x="97423" y="316137"/>
                  <a:pt x="101086" y="309520"/>
                </a:cubicBezTo>
                <a:lnTo>
                  <a:pt x="132280" y="253335"/>
                </a:lnTo>
                <a:lnTo>
                  <a:pt x="163474" y="309520"/>
                </a:lnTo>
                <a:cubicBezTo>
                  <a:pt x="167137" y="316137"/>
                  <a:pt x="175408" y="318736"/>
                  <a:pt x="182203" y="315310"/>
                </a:cubicBezTo>
                <a:lnTo>
                  <a:pt x="233011" y="289905"/>
                </a:lnTo>
                <a:cubicBezTo>
                  <a:pt x="240042" y="286420"/>
                  <a:pt x="242878" y="277912"/>
                  <a:pt x="239333" y="270882"/>
                </a:cubicBezTo>
                <a:lnTo>
                  <a:pt x="210620" y="213456"/>
                </a:lnTo>
                <a:cubicBezTo>
                  <a:pt x="217532" y="201994"/>
                  <a:pt x="224208" y="196086"/>
                  <a:pt x="237265" y="188938"/>
                </a:cubicBezTo>
                <a:cubicBezTo>
                  <a:pt x="245418" y="184507"/>
                  <a:pt x="250381" y="175822"/>
                  <a:pt x="250204" y="166546"/>
                </a:cubicBezTo>
                <a:cubicBezTo>
                  <a:pt x="249790" y="149650"/>
                  <a:pt x="252212" y="140728"/>
                  <a:pt x="261015" y="126313"/>
                </a:cubicBezTo>
                <a:cubicBezTo>
                  <a:pt x="265860" y="118396"/>
                  <a:pt x="265860" y="108412"/>
                  <a:pt x="261015" y="100495"/>
                </a:cubicBezTo>
                <a:cubicBezTo>
                  <a:pt x="252212" y="86079"/>
                  <a:pt x="249849" y="77158"/>
                  <a:pt x="250204" y="60262"/>
                </a:cubicBezTo>
                <a:cubicBezTo>
                  <a:pt x="250440" y="50986"/>
                  <a:pt x="245418" y="42360"/>
                  <a:pt x="237265" y="37870"/>
                </a:cubicBezTo>
                <a:cubicBezTo>
                  <a:pt x="222436" y="29776"/>
                  <a:pt x="215878" y="23218"/>
                  <a:pt x="207784" y="8389"/>
                </a:cubicBezTo>
                <a:cubicBezTo>
                  <a:pt x="203353" y="236"/>
                  <a:pt x="194668" y="-4726"/>
                  <a:pt x="185393" y="-4549"/>
                </a:cubicBezTo>
                <a:cubicBezTo>
                  <a:pt x="168496" y="-4136"/>
                  <a:pt x="159575" y="-6558"/>
                  <a:pt x="145159" y="-15361"/>
                </a:cubicBezTo>
                <a:close/>
                <a:moveTo>
                  <a:pt x="132339" y="56717"/>
                </a:moveTo>
                <a:cubicBezTo>
                  <a:pt x="163642" y="56717"/>
                  <a:pt x="189056" y="82131"/>
                  <a:pt x="189056" y="113433"/>
                </a:cubicBezTo>
                <a:cubicBezTo>
                  <a:pt x="189056" y="144736"/>
                  <a:pt x="163642" y="170150"/>
                  <a:pt x="132339" y="170150"/>
                </a:cubicBezTo>
                <a:cubicBezTo>
                  <a:pt x="101036" y="170150"/>
                  <a:pt x="75622" y="144736"/>
                  <a:pt x="75622" y="113433"/>
                </a:cubicBezTo>
                <a:cubicBezTo>
                  <a:pt x="75622" y="82131"/>
                  <a:pt x="101036" y="56717"/>
                  <a:pt x="132339" y="5671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50310" y="1277177"/>
            <a:ext cx="52599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Yazılım Mühendisliği Standartları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0310" y="1613276"/>
            <a:ext cx="5234746" cy="24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Sadece kod yazmakla kalınmadı. 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Endüstri standardı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practice'ler uygulandı.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0300" y="2199349"/>
            <a:ext cx="5646467" cy="2991283"/>
          </a:xfrm>
          <a:custGeom>
            <a:avLst/>
            <a:gdLst/>
            <a:ahLst/>
            <a:cxnLst/>
            <a:rect l="l" t="t" r="r" b="b"/>
            <a:pathLst>
              <a:path w="5646467" h="2991283">
                <a:moveTo>
                  <a:pt x="100836" y="0"/>
                </a:moveTo>
                <a:lnTo>
                  <a:pt x="5545631" y="0"/>
                </a:lnTo>
                <a:cubicBezTo>
                  <a:pt x="5601321" y="0"/>
                  <a:pt x="5646467" y="45146"/>
                  <a:pt x="5646467" y="100836"/>
                </a:cubicBezTo>
                <a:lnTo>
                  <a:pt x="5646467" y="2890447"/>
                </a:lnTo>
                <a:cubicBezTo>
                  <a:pt x="5646467" y="2946137"/>
                  <a:pt x="5601321" y="2991283"/>
                  <a:pt x="5545631" y="2991283"/>
                </a:cubicBezTo>
                <a:lnTo>
                  <a:pt x="100836" y="2991283"/>
                </a:lnTo>
                <a:cubicBezTo>
                  <a:pt x="45146" y="2991283"/>
                  <a:pt x="0" y="2946137"/>
                  <a:pt x="0" y="2890447"/>
                </a:cubicBezTo>
                <a:lnTo>
                  <a:pt x="0" y="100836"/>
                </a:lnTo>
                <a:cubicBezTo>
                  <a:pt x="0" y="45146"/>
                  <a:pt x="45146" y="0"/>
                  <a:pt x="10083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161" y="2405210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1739" y="2514442"/>
            <a:ext cx="283584" cy="252074"/>
          </a:xfrm>
          <a:custGeom>
            <a:avLst/>
            <a:gdLst/>
            <a:ahLst/>
            <a:cxnLst/>
            <a:rect l="l" t="t" r="r" b="b"/>
            <a:pathLst>
              <a:path w="283584" h="252074">
                <a:moveTo>
                  <a:pt x="278956" y="26881"/>
                </a:moveTo>
                <a:cubicBezTo>
                  <a:pt x="285110" y="20727"/>
                  <a:pt x="285110" y="10733"/>
                  <a:pt x="278956" y="4579"/>
                </a:cubicBezTo>
                <a:cubicBezTo>
                  <a:pt x="272802" y="-1575"/>
                  <a:pt x="262807" y="-1575"/>
                  <a:pt x="256653" y="4579"/>
                </a:cubicBezTo>
                <a:lnTo>
                  <a:pt x="162125" y="99107"/>
                </a:lnTo>
                <a:lnTo>
                  <a:pt x="145041" y="82023"/>
                </a:lnTo>
                <a:cubicBezTo>
                  <a:pt x="142973" y="79955"/>
                  <a:pt x="140118" y="78773"/>
                  <a:pt x="137164" y="78773"/>
                </a:cubicBezTo>
                <a:cubicBezTo>
                  <a:pt x="131010" y="78773"/>
                  <a:pt x="126037" y="83746"/>
                  <a:pt x="126037" y="89900"/>
                </a:cubicBezTo>
                <a:lnTo>
                  <a:pt x="126037" y="104227"/>
                </a:lnTo>
                <a:lnTo>
                  <a:pt x="179357" y="157547"/>
                </a:lnTo>
                <a:lnTo>
                  <a:pt x="193684" y="157547"/>
                </a:lnTo>
                <a:cubicBezTo>
                  <a:pt x="199838" y="157547"/>
                  <a:pt x="204810" y="152574"/>
                  <a:pt x="204810" y="146420"/>
                </a:cubicBezTo>
                <a:cubicBezTo>
                  <a:pt x="204810" y="143466"/>
                  <a:pt x="203629" y="140610"/>
                  <a:pt x="201561" y="138542"/>
                </a:cubicBezTo>
                <a:lnTo>
                  <a:pt x="184477" y="121459"/>
                </a:lnTo>
                <a:lnTo>
                  <a:pt x="279005" y="26931"/>
                </a:lnTo>
                <a:close/>
                <a:moveTo>
                  <a:pt x="167935" y="173990"/>
                </a:moveTo>
                <a:lnTo>
                  <a:pt x="109593" y="115649"/>
                </a:lnTo>
                <a:cubicBezTo>
                  <a:pt x="88571" y="113827"/>
                  <a:pt x="67647" y="121409"/>
                  <a:pt x="52581" y="136475"/>
                </a:cubicBezTo>
                <a:lnTo>
                  <a:pt x="48642" y="140413"/>
                </a:lnTo>
                <a:cubicBezTo>
                  <a:pt x="37663" y="151392"/>
                  <a:pt x="31509" y="166261"/>
                  <a:pt x="31509" y="181769"/>
                </a:cubicBezTo>
                <a:cubicBezTo>
                  <a:pt x="31509" y="185117"/>
                  <a:pt x="35005" y="187283"/>
                  <a:pt x="38008" y="185806"/>
                </a:cubicBezTo>
                <a:lnTo>
                  <a:pt x="63166" y="173252"/>
                </a:lnTo>
                <a:cubicBezTo>
                  <a:pt x="65628" y="172021"/>
                  <a:pt x="67843" y="175271"/>
                  <a:pt x="65825" y="177141"/>
                </a:cubicBezTo>
                <a:lnTo>
                  <a:pt x="3594" y="233070"/>
                </a:lnTo>
                <a:cubicBezTo>
                  <a:pt x="1329" y="235138"/>
                  <a:pt x="0" y="238092"/>
                  <a:pt x="0" y="241194"/>
                </a:cubicBezTo>
                <a:cubicBezTo>
                  <a:pt x="0" y="247200"/>
                  <a:pt x="4874" y="252074"/>
                  <a:pt x="10881" y="252074"/>
                </a:cubicBezTo>
                <a:lnTo>
                  <a:pt x="96202" y="252074"/>
                </a:lnTo>
                <a:cubicBezTo>
                  <a:pt x="115304" y="252074"/>
                  <a:pt x="133570" y="244493"/>
                  <a:pt x="147109" y="231003"/>
                </a:cubicBezTo>
                <a:cubicBezTo>
                  <a:pt x="162174" y="215937"/>
                  <a:pt x="169707" y="195013"/>
                  <a:pt x="167935" y="17399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530" y="2506040"/>
            <a:ext cx="1478837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Vakum Sistemi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6161" y="3010189"/>
            <a:ext cx="5310368" cy="49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Taramalardan sonra kalan çöp dosyalarının 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1F5F9"/>
                </a:solidFill>
                <a:highlight>
                  <a:srgbClr val="F9731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Garbage Collector 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mantığıyla otomatik temizlenmesi.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161" y="3636174"/>
            <a:ext cx="5234746" cy="1008298"/>
          </a:xfrm>
          <a:custGeom>
            <a:avLst/>
            <a:gdLst/>
            <a:ahLst/>
            <a:cxnLst/>
            <a:rect l="l" t="t" r="r" b="b"/>
            <a:pathLst>
              <a:path w="5234746" h="1008298">
                <a:moveTo>
                  <a:pt x="67223" y="0"/>
                </a:moveTo>
                <a:lnTo>
                  <a:pt x="5167522" y="0"/>
                </a:lnTo>
                <a:cubicBezTo>
                  <a:pt x="5204649" y="0"/>
                  <a:pt x="5234746" y="30097"/>
                  <a:pt x="5234746" y="67223"/>
                </a:cubicBezTo>
                <a:lnTo>
                  <a:pt x="5234746" y="941075"/>
                </a:lnTo>
                <a:cubicBezTo>
                  <a:pt x="5234746" y="978201"/>
                  <a:pt x="5204649" y="1008298"/>
                  <a:pt x="5167522" y="1008298"/>
                </a:cubicBezTo>
                <a:lnTo>
                  <a:pt x="67223" y="1008298"/>
                </a:lnTo>
                <a:cubicBezTo>
                  <a:pt x="30097" y="1008298"/>
                  <a:pt x="0" y="978201"/>
                  <a:pt x="0" y="941075"/>
                </a:cubicBezTo>
                <a:lnTo>
                  <a:pt x="0" y="67223"/>
                </a:lnTo>
                <a:cubicBezTo>
                  <a:pt x="0" y="30122"/>
                  <a:pt x="30122" y="0"/>
                  <a:pt x="672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80601" y="3770613"/>
            <a:ext cx="502468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// .gitignore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0601" y="4005883"/>
            <a:ext cx="502468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F444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worker_*.xml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0601" y="4173932"/>
            <a:ext cx="502468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F444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*.tmp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601" y="4341982"/>
            <a:ext cx="502468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EF444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logs/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369" y="4778911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59986" y="23632"/>
                </a:moveTo>
                <a:cubicBezTo>
                  <a:pt x="78182" y="-7877"/>
                  <a:pt x="123674" y="-7877"/>
                  <a:pt x="141871" y="23632"/>
                </a:cubicBezTo>
                <a:lnTo>
                  <a:pt x="156562" y="49076"/>
                </a:lnTo>
                <a:lnTo>
                  <a:pt x="167472" y="42774"/>
                </a:lnTo>
                <a:cubicBezTo>
                  <a:pt x="170780" y="40844"/>
                  <a:pt x="174916" y="41120"/>
                  <a:pt x="177949" y="43443"/>
                </a:cubicBezTo>
                <a:cubicBezTo>
                  <a:pt x="180982" y="45767"/>
                  <a:pt x="182321" y="49706"/>
                  <a:pt x="181336" y="53408"/>
                </a:cubicBezTo>
                <a:lnTo>
                  <a:pt x="172080" y="87832"/>
                </a:lnTo>
                <a:cubicBezTo>
                  <a:pt x="170741" y="92874"/>
                  <a:pt x="165542" y="95867"/>
                  <a:pt x="160501" y="94528"/>
                </a:cubicBezTo>
                <a:lnTo>
                  <a:pt x="126077" y="85311"/>
                </a:lnTo>
                <a:cubicBezTo>
                  <a:pt x="122374" y="84327"/>
                  <a:pt x="119657" y="81215"/>
                  <a:pt x="119145" y="77434"/>
                </a:cubicBezTo>
                <a:cubicBezTo>
                  <a:pt x="118633" y="73653"/>
                  <a:pt x="120484" y="69911"/>
                  <a:pt x="123792" y="68021"/>
                </a:cubicBezTo>
                <a:lnTo>
                  <a:pt x="134702" y="61719"/>
                </a:lnTo>
                <a:lnTo>
                  <a:pt x="120011" y="36275"/>
                </a:lnTo>
                <a:cubicBezTo>
                  <a:pt x="111504" y="21584"/>
                  <a:pt x="90314" y="21584"/>
                  <a:pt x="81806" y="36275"/>
                </a:cubicBezTo>
                <a:lnTo>
                  <a:pt x="79719" y="39859"/>
                </a:lnTo>
                <a:cubicBezTo>
                  <a:pt x="76253" y="45885"/>
                  <a:pt x="68533" y="47934"/>
                  <a:pt x="62507" y="44468"/>
                </a:cubicBezTo>
                <a:cubicBezTo>
                  <a:pt x="56480" y="41001"/>
                  <a:pt x="54432" y="33282"/>
                  <a:pt x="57898" y="27216"/>
                </a:cubicBezTo>
                <a:lnTo>
                  <a:pt x="59986" y="23632"/>
                </a:lnTo>
                <a:close/>
                <a:moveTo>
                  <a:pt x="177122" y="109928"/>
                </a:moveTo>
                <a:cubicBezTo>
                  <a:pt x="183148" y="106462"/>
                  <a:pt x="190868" y="108510"/>
                  <a:pt x="194334" y="114536"/>
                </a:cubicBezTo>
                <a:lnTo>
                  <a:pt x="196421" y="118121"/>
                </a:lnTo>
                <a:cubicBezTo>
                  <a:pt x="214618" y="149630"/>
                  <a:pt x="191892" y="189016"/>
                  <a:pt x="155498" y="189016"/>
                </a:cubicBezTo>
                <a:lnTo>
                  <a:pt x="126116" y="189016"/>
                </a:lnTo>
                <a:lnTo>
                  <a:pt x="126116" y="201620"/>
                </a:lnTo>
                <a:cubicBezTo>
                  <a:pt x="126116" y="205441"/>
                  <a:pt x="123832" y="208907"/>
                  <a:pt x="120287" y="210364"/>
                </a:cubicBezTo>
                <a:cubicBezTo>
                  <a:pt x="116742" y="211821"/>
                  <a:pt x="112685" y="211034"/>
                  <a:pt x="109967" y="208316"/>
                </a:cubicBezTo>
                <a:lnTo>
                  <a:pt x="84760" y="183108"/>
                </a:lnTo>
                <a:cubicBezTo>
                  <a:pt x="81058" y="179406"/>
                  <a:pt x="81058" y="173419"/>
                  <a:pt x="84760" y="169756"/>
                </a:cubicBezTo>
                <a:lnTo>
                  <a:pt x="109967" y="144549"/>
                </a:lnTo>
                <a:cubicBezTo>
                  <a:pt x="112685" y="141831"/>
                  <a:pt x="116742" y="141044"/>
                  <a:pt x="120287" y="142501"/>
                </a:cubicBezTo>
                <a:cubicBezTo>
                  <a:pt x="123832" y="143958"/>
                  <a:pt x="126116" y="147424"/>
                  <a:pt x="126116" y="151245"/>
                </a:cubicBezTo>
                <a:lnTo>
                  <a:pt x="126116" y="163848"/>
                </a:lnTo>
                <a:lnTo>
                  <a:pt x="155498" y="163848"/>
                </a:lnTo>
                <a:cubicBezTo>
                  <a:pt x="172474" y="163848"/>
                  <a:pt x="183108" y="145455"/>
                  <a:pt x="174601" y="130764"/>
                </a:cubicBezTo>
                <a:lnTo>
                  <a:pt x="172513" y="127179"/>
                </a:lnTo>
                <a:cubicBezTo>
                  <a:pt x="169047" y="121153"/>
                  <a:pt x="171096" y="113433"/>
                  <a:pt x="177122" y="109967"/>
                </a:cubicBezTo>
                <a:close/>
                <a:moveTo>
                  <a:pt x="20087" y="92716"/>
                </a:moveTo>
                <a:lnTo>
                  <a:pt x="9177" y="86414"/>
                </a:lnTo>
                <a:cubicBezTo>
                  <a:pt x="5869" y="84484"/>
                  <a:pt x="4017" y="80782"/>
                  <a:pt x="4529" y="77001"/>
                </a:cubicBezTo>
                <a:cubicBezTo>
                  <a:pt x="5041" y="73220"/>
                  <a:pt x="7759" y="70108"/>
                  <a:pt x="11462" y="69124"/>
                </a:cubicBezTo>
                <a:lnTo>
                  <a:pt x="45885" y="59868"/>
                </a:lnTo>
                <a:cubicBezTo>
                  <a:pt x="50927" y="58529"/>
                  <a:pt x="56126" y="61522"/>
                  <a:pt x="57465" y="66563"/>
                </a:cubicBezTo>
                <a:lnTo>
                  <a:pt x="66682" y="100987"/>
                </a:lnTo>
                <a:cubicBezTo>
                  <a:pt x="67666" y="104690"/>
                  <a:pt x="66327" y="108589"/>
                  <a:pt x="63294" y="110952"/>
                </a:cubicBezTo>
                <a:cubicBezTo>
                  <a:pt x="60262" y="113315"/>
                  <a:pt x="56126" y="113552"/>
                  <a:pt x="52817" y="111622"/>
                </a:cubicBezTo>
                <a:lnTo>
                  <a:pt x="41907" y="105320"/>
                </a:lnTo>
                <a:lnTo>
                  <a:pt x="27216" y="130764"/>
                </a:lnTo>
                <a:cubicBezTo>
                  <a:pt x="18709" y="145455"/>
                  <a:pt x="29343" y="163848"/>
                  <a:pt x="46319" y="163848"/>
                </a:cubicBezTo>
                <a:lnTo>
                  <a:pt x="50494" y="163848"/>
                </a:lnTo>
                <a:cubicBezTo>
                  <a:pt x="57465" y="163848"/>
                  <a:pt x="63097" y="169481"/>
                  <a:pt x="63097" y="176452"/>
                </a:cubicBezTo>
                <a:cubicBezTo>
                  <a:pt x="63097" y="183424"/>
                  <a:pt x="57465" y="189056"/>
                  <a:pt x="50494" y="189056"/>
                </a:cubicBezTo>
                <a:lnTo>
                  <a:pt x="46319" y="189056"/>
                </a:lnTo>
                <a:cubicBezTo>
                  <a:pt x="9965" y="189056"/>
                  <a:pt x="-12761" y="149669"/>
                  <a:pt x="5435" y="118160"/>
                </a:cubicBezTo>
                <a:lnTo>
                  <a:pt x="20087" y="9271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99065" y="4778911"/>
            <a:ext cx="160487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Otomatik temizlik, sıfır çöp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9630" y="2199349"/>
            <a:ext cx="5646467" cy="2991283"/>
          </a:xfrm>
          <a:custGeom>
            <a:avLst/>
            <a:gdLst/>
            <a:ahLst/>
            <a:cxnLst/>
            <a:rect l="l" t="t" r="r" b="b"/>
            <a:pathLst>
              <a:path w="5646467" h="2991283">
                <a:moveTo>
                  <a:pt x="100836" y="0"/>
                </a:moveTo>
                <a:lnTo>
                  <a:pt x="5545631" y="0"/>
                </a:lnTo>
                <a:cubicBezTo>
                  <a:pt x="5601321" y="0"/>
                  <a:pt x="5646467" y="45146"/>
                  <a:pt x="5646467" y="100836"/>
                </a:cubicBezTo>
                <a:lnTo>
                  <a:pt x="5646467" y="2890447"/>
                </a:lnTo>
                <a:cubicBezTo>
                  <a:pt x="5646467" y="2946137"/>
                  <a:pt x="5601321" y="2991283"/>
                  <a:pt x="5545631" y="2991283"/>
                </a:cubicBezTo>
                <a:lnTo>
                  <a:pt x="100836" y="2991283"/>
                </a:lnTo>
                <a:cubicBezTo>
                  <a:pt x="45146" y="2991283"/>
                  <a:pt x="0" y="2946137"/>
                  <a:pt x="0" y="2890447"/>
                </a:cubicBezTo>
                <a:lnTo>
                  <a:pt x="0" y="100836"/>
                </a:lnTo>
                <a:cubicBezTo>
                  <a:pt x="0" y="45146"/>
                  <a:pt x="45146" y="0"/>
                  <a:pt x="10083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5491" y="2405210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01069" y="2514442"/>
            <a:ext cx="283584" cy="252074"/>
          </a:xfrm>
          <a:custGeom>
            <a:avLst/>
            <a:gdLst/>
            <a:ahLst/>
            <a:cxnLst/>
            <a:rect l="l" t="t" r="r" b="b"/>
            <a:pathLst>
              <a:path w="283584" h="252074">
                <a:moveTo>
                  <a:pt x="23632" y="11816"/>
                </a:moveTo>
                <a:cubicBezTo>
                  <a:pt x="23632" y="5268"/>
                  <a:pt x="18364" y="0"/>
                  <a:pt x="11816" y="0"/>
                </a:cubicBezTo>
                <a:cubicBezTo>
                  <a:pt x="5268" y="0"/>
                  <a:pt x="0" y="5268"/>
                  <a:pt x="0" y="11816"/>
                </a:cubicBezTo>
                <a:lnTo>
                  <a:pt x="0" y="192994"/>
                </a:lnTo>
                <a:cubicBezTo>
                  <a:pt x="0" y="208208"/>
                  <a:pt x="12358" y="220565"/>
                  <a:pt x="27571" y="220565"/>
                </a:cubicBezTo>
                <a:lnTo>
                  <a:pt x="118160" y="220565"/>
                </a:lnTo>
                <a:lnTo>
                  <a:pt x="118160" y="196933"/>
                </a:lnTo>
                <a:lnTo>
                  <a:pt x="27571" y="196933"/>
                </a:lnTo>
                <a:cubicBezTo>
                  <a:pt x="25404" y="196933"/>
                  <a:pt x="23632" y="195161"/>
                  <a:pt x="23632" y="192994"/>
                </a:cubicBezTo>
                <a:lnTo>
                  <a:pt x="23632" y="78773"/>
                </a:lnTo>
                <a:lnTo>
                  <a:pt x="118160" y="78773"/>
                </a:lnTo>
                <a:lnTo>
                  <a:pt x="118160" y="55141"/>
                </a:lnTo>
                <a:lnTo>
                  <a:pt x="23632" y="55141"/>
                </a:lnTo>
                <a:lnTo>
                  <a:pt x="23632" y="11816"/>
                </a:lnTo>
                <a:close/>
                <a:moveTo>
                  <a:pt x="165424" y="110283"/>
                </a:moveTo>
                <a:lnTo>
                  <a:pt x="259952" y="110283"/>
                </a:lnTo>
                <a:cubicBezTo>
                  <a:pt x="272999" y="110283"/>
                  <a:pt x="283584" y="99697"/>
                  <a:pt x="283584" y="86651"/>
                </a:cubicBezTo>
                <a:lnTo>
                  <a:pt x="283584" y="39387"/>
                </a:lnTo>
                <a:cubicBezTo>
                  <a:pt x="283584" y="26340"/>
                  <a:pt x="272999" y="15755"/>
                  <a:pt x="259952" y="15755"/>
                </a:cubicBezTo>
                <a:lnTo>
                  <a:pt x="219236" y="15755"/>
                </a:lnTo>
                <a:cubicBezTo>
                  <a:pt x="215051" y="15755"/>
                  <a:pt x="211063" y="14081"/>
                  <a:pt x="208109" y="11127"/>
                </a:cubicBezTo>
                <a:lnTo>
                  <a:pt x="203875" y="6893"/>
                </a:lnTo>
                <a:cubicBezTo>
                  <a:pt x="199444" y="2462"/>
                  <a:pt x="193438" y="-49"/>
                  <a:pt x="187185" y="-49"/>
                </a:cubicBezTo>
                <a:lnTo>
                  <a:pt x="165424" y="0"/>
                </a:lnTo>
                <a:cubicBezTo>
                  <a:pt x="152377" y="0"/>
                  <a:pt x="141792" y="10585"/>
                  <a:pt x="141792" y="23632"/>
                </a:cubicBezTo>
                <a:lnTo>
                  <a:pt x="141792" y="86651"/>
                </a:lnTo>
                <a:cubicBezTo>
                  <a:pt x="141792" y="99697"/>
                  <a:pt x="152377" y="110283"/>
                  <a:pt x="165424" y="110283"/>
                </a:cubicBezTo>
                <a:close/>
                <a:moveTo>
                  <a:pt x="165424" y="252074"/>
                </a:moveTo>
                <a:lnTo>
                  <a:pt x="259952" y="252074"/>
                </a:lnTo>
                <a:cubicBezTo>
                  <a:pt x="272999" y="252074"/>
                  <a:pt x="283584" y="241489"/>
                  <a:pt x="283584" y="228442"/>
                </a:cubicBezTo>
                <a:lnTo>
                  <a:pt x="283584" y="181178"/>
                </a:lnTo>
                <a:cubicBezTo>
                  <a:pt x="283584" y="168132"/>
                  <a:pt x="272999" y="157547"/>
                  <a:pt x="259952" y="157547"/>
                </a:cubicBezTo>
                <a:lnTo>
                  <a:pt x="219236" y="157547"/>
                </a:lnTo>
                <a:cubicBezTo>
                  <a:pt x="215051" y="157547"/>
                  <a:pt x="211063" y="155873"/>
                  <a:pt x="208109" y="152919"/>
                </a:cubicBezTo>
                <a:lnTo>
                  <a:pt x="203875" y="148685"/>
                </a:lnTo>
                <a:cubicBezTo>
                  <a:pt x="199444" y="144254"/>
                  <a:pt x="193438" y="141743"/>
                  <a:pt x="187185" y="141743"/>
                </a:cubicBezTo>
                <a:lnTo>
                  <a:pt x="165424" y="141792"/>
                </a:lnTo>
                <a:cubicBezTo>
                  <a:pt x="152377" y="141792"/>
                  <a:pt x="141792" y="152377"/>
                  <a:pt x="141792" y="165424"/>
                </a:cubicBezTo>
                <a:lnTo>
                  <a:pt x="141792" y="228442"/>
                </a:lnTo>
                <a:cubicBezTo>
                  <a:pt x="141792" y="241489"/>
                  <a:pt x="152377" y="252074"/>
                  <a:pt x="165424" y="25207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976860" y="2506040"/>
            <a:ext cx="128558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Klasör Yapısı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5491" y="3010189"/>
            <a:ext cx="5310368" cy="24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ve CI/CD uyumlu, Go standartlarına uygun klasörleme.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5491" y="3390401"/>
            <a:ext cx="5234746" cy="1243567"/>
          </a:xfrm>
          <a:custGeom>
            <a:avLst/>
            <a:gdLst/>
            <a:ahLst/>
            <a:cxnLst/>
            <a:rect l="l" t="t" r="r" b="b"/>
            <a:pathLst>
              <a:path w="5234746" h="1243567">
                <a:moveTo>
                  <a:pt x="67215" y="0"/>
                </a:moveTo>
                <a:lnTo>
                  <a:pt x="5167531" y="0"/>
                </a:lnTo>
                <a:cubicBezTo>
                  <a:pt x="5204653" y="0"/>
                  <a:pt x="5234746" y="30093"/>
                  <a:pt x="5234746" y="67215"/>
                </a:cubicBezTo>
                <a:lnTo>
                  <a:pt x="5234746" y="1176352"/>
                </a:lnTo>
                <a:cubicBezTo>
                  <a:pt x="5234746" y="1213474"/>
                  <a:pt x="5204653" y="1243567"/>
                  <a:pt x="5167531" y="1243567"/>
                </a:cubicBezTo>
                <a:lnTo>
                  <a:pt x="67215" y="1243567"/>
                </a:lnTo>
                <a:cubicBezTo>
                  <a:pt x="30093" y="1243567"/>
                  <a:pt x="0" y="1213474"/>
                  <a:pt x="0" y="1176352"/>
                </a:cubicBezTo>
                <a:lnTo>
                  <a:pt x="0" y="67215"/>
                </a:lnTo>
                <a:cubicBezTo>
                  <a:pt x="0" y="30118"/>
                  <a:pt x="30118" y="0"/>
                  <a:pt x="6721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539931" y="3550048"/>
            <a:ext cx="271400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├──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78702" y="3550048"/>
            <a:ext cx="280923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cmd/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26995" y="3550048"/>
            <a:ext cx="751322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Ana uygulama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39931" y="3751708"/>
            <a:ext cx="271400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├──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78702" y="3751708"/>
            <a:ext cx="442111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internal/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88183" y="3751708"/>
            <a:ext cx="520534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Paketler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9931" y="3953367"/>
            <a:ext cx="271400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├──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8702" y="3953367"/>
            <a:ext cx="280923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web/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26995" y="3953367"/>
            <a:ext cx="620523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4A3B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Dashboard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9931" y="4155027"/>
            <a:ext cx="271400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├──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78702" y="4155027"/>
            <a:ext cx="490005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Dockerfile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9931" y="4356686"/>
            <a:ext cx="271400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9731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└──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78702" y="4356686"/>
            <a:ext cx="895144" cy="11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.github/workflows/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40300" y="5362884"/>
            <a:ext cx="3739104" cy="1151140"/>
          </a:xfrm>
          <a:custGeom>
            <a:avLst/>
            <a:gdLst/>
            <a:ahLst/>
            <a:cxnLst/>
            <a:rect l="l" t="t" r="r" b="b"/>
            <a:pathLst>
              <a:path w="3739104" h="1151140">
                <a:moveTo>
                  <a:pt x="100828" y="0"/>
                </a:moveTo>
                <a:lnTo>
                  <a:pt x="3638276" y="0"/>
                </a:lnTo>
                <a:cubicBezTo>
                  <a:pt x="3693962" y="0"/>
                  <a:pt x="3739104" y="45142"/>
                  <a:pt x="3739104" y="100828"/>
                </a:cubicBezTo>
                <a:lnTo>
                  <a:pt x="3739104" y="1050312"/>
                </a:lnTo>
                <a:cubicBezTo>
                  <a:pt x="3739104" y="1105998"/>
                  <a:pt x="3693962" y="1151140"/>
                  <a:pt x="3638276" y="1151140"/>
                </a:cubicBezTo>
                <a:lnTo>
                  <a:pt x="100828" y="1151140"/>
                </a:lnTo>
                <a:cubicBezTo>
                  <a:pt x="45142" y="1151140"/>
                  <a:pt x="0" y="1105998"/>
                  <a:pt x="0" y="1050312"/>
                </a:cubicBezTo>
                <a:lnTo>
                  <a:pt x="0" y="100828"/>
                </a:lnTo>
                <a:cubicBezTo>
                  <a:pt x="0" y="45180"/>
                  <a:pt x="45180" y="0"/>
                  <a:pt x="100828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21637" y="5501524"/>
            <a:ext cx="378112" cy="302489"/>
          </a:xfrm>
          <a:custGeom>
            <a:avLst/>
            <a:gdLst/>
            <a:ahLst/>
            <a:cxnLst/>
            <a:rect l="l" t="t" r="r" b="b"/>
            <a:pathLst>
              <a:path w="378112" h="302489">
                <a:moveTo>
                  <a:pt x="206721" y="139606"/>
                </a:moveTo>
                <a:lnTo>
                  <a:pt x="167669" y="139606"/>
                </a:lnTo>
                <a:lnTo>
                  <a:pt x="167669" y="104512"/>
                </a:lnTo>
                <a:lnTo>
                  <a:pt x="206721" y="104512"/>
                </a:lnTo>
                <a:lnTo>
                  <a:pt x="206721" y="139606"/>
                </a:lnTo>
                <a:close/>
                <a:moveTo>
                  <a:pt x="206721" y="18906"/>
                </a:moveTo>
                <a:lnTo>
                  <a:pt x="167669" y="18906"/>
                </a:lnTo>
                <a:lnTo>
                  <a:pt x="167669" y="54767"/>
                </a:lnTo>
                <a:lnTo>
                  <a:pt x="206721" y="54767"/>
                </a:lnTo>
                <a:lnTo>
                  <a:pt x="206721" y="18906"/>
                </a:lnTo>
                <a:close/>
                <a:moveTo>
                  <a:pt x="252921" y="104453"/>
                </a:moveTo>
                <a:lnTo>
                  <a:pt x="213869" y="104453"/>
                </a:lnTo>
                <a:lnTo>
                  <a:pt x="213869" y="139547"/>
                </a:lnTo>
                <a:lnTo>
                  <a:pt x="252921" y="139547"/>
                </a:lnTo>
                <a:lnTo>
                  <a:pt x="252921" y="104453"/>
                </a:lnTo>
                <a:close/>
                <a:moveTo>
                  <a:pt x="160579" y="61857"/>
                </a:moveTo>
                <a:lnTo>
                  <a:pt x="121527" y="61857"/>
                </a:lnTo>
                <a:lnTo>
                  <a:pt x="121527" y="97364"/>
                </a:lnTo>
                <a:lnTo>
                  <a:pt x="160579" y="97364"/>
                </a:lnTo>
                <a:lnTo>
                  <a:pt x="160579" y="61857"/>
                </a:lnTo>
                <a:close/>
                <a:moveTo>
                  <a:pt x="206721" y="61857"/>
                </a:moveTo>
                <a:lnTo>
                  <a:pt x="167669" y="61857"/>
                </a:lnTo>
                <a:lnTo>
                  <a:pt x="167669" y="97364"/>
                </a:lnTo>
                <a:lnTo>
                  <a:pt x="206721" y="97364"/>
                </a:lnTo>
                <a:lnTo>
                  <a:pt x="206721" y="61857"/>
                </a:lnTo>
                <a:close/>
                <a:moveTo>
                  <a:pt x="370254" y="120937"/>
                </a:moveTo>
                <a:cubicBezTo>
                  <a:pt x="361747" y="115206"/>
                  <a:pt x="342132" y="113138"/>
                  <a:pt x="327067" y="115974"/>
                </a:cubicBezTo>
                <a:cubicBezTo>
                  <a:pt x="325117" y="101795"/>
                  <a:pt x="317200" y="89447"/>
                  <a:pt x="302785" y="78340"/>
                </a:cubicBezTo>
                <a:lnTo>
                  <a:pt x="294514" y="72846"/>
                </a:lnTo>
                <a:lnTo>
                  <a:pt x="289019" y="81117"/>
                </a:lnTo>
                <a:cubicBezTo>
                  <a:pt x="278148" y="97541"/>
                  <a:pt x="275194" y="124600"/>
                  <a:pt x="286833" y="142442"/>
                </a:cubicBezTo>
                <a:cubicBezTo>
                  <a:pt x="281693" y="145219"/>
                  <a:pt x="271591" y="149000"/>
                  <a:pt x="258238" y="148763"/>
                </a:cubicBezTo>
                <a:lnTo>
                  <a:pt x="1418" y="148763"/>
                </a:lnTo>
                <a:cubicBezTo>
                  <a:pt x="-3722" y="178776"/>
                  <a:pt x="4845" y="217769"/>
                  <a:pt x="27413" y="244532"/>
                </a:cubicBezTo>
                <a:cubicBezTo>
                  <a:pt x="49332" y="270468"/>
                  <a:pt x="82180" y="283643"/>
                  <a:pt x="125131" y="283643"/>
                </a:cubicBezTo>
                <a:cubicBezTo>
                  <a:pt x="218123" y="283643"/>
                  <a:pt x="286951" y="240810"/>
                  <a:pt x="319150" y="163002"/>
                </a:cubicBezTo>
                <a:cubicBezTo>
                  <a:pt x="331793" y="163238"/>
                  <a:pt x="359088" y="163061"/>
                  <a:pt x="373090" y="136297"/>
                </a:cubicBezTo>
                <a:cubicBezTo>
                  <a:pt x="373976" y="134820"/>
                  <a:pt x="376989" y="128499"/>
                  <a:pt x="378112" y="126195"/>
                </a:cubicBezTo>
                <a:lnTo>
                  <a:pt x="370254" y="120937"/>
                </a:lnTo>
                <a:close/>
                <a:moveTo>
                  <a:pt x="68296" y="104453"/>
                </a:moveTo>
                <a:lnTo>
                  <a:pt x="29304" y="104453"/>
                </a:lnTo>
                <a:lnTo>
                  <a:pt x="29304" y="139547"/>
                </a:lnTo>
                <a:lnTo>
                  <a:pt x="68355" y="139547"/>
                </a:lnTo>
                <a:lnTo>
                  <a:pt x="68355" y="104453"/>
                </a:lnTo>
                <a:lnTo>
                  <a:pt x="68296" y="104453"/>
                </a:lnTo>
                <a:close/>
                <a:moveTo>
                  <a:pt x="114438" y="104453"/>
                </a:moveTo>
                <a:lnTo>
                  <a:pt x="75386" y="104453"/>
                </a:lnTo>
                <a:lnTo>
                  <a:pt x="75386" y="139547"/>
                </a:lnTo>
                <a:lnTo>
                  <a:pt x="114438" y="139547"/>
                </a:lnTo>
                <a:lnTo>
                  <a:pt x="114438" y="104453"/>
                </a:lnTo>
                <a:close/>
                <a:moveTo>
                  <a:pt x="160579" y="104453"/>
                </a:moveTo>
                <a:lnTo>
                  <a:pt x="121527" y="104453"/>
                </a:lnTo>
                <a:lnTo>
                  <a:pt x="121527" y="139547"/>
                </a:lnTo>
                <a:lnTo>
                  <a:pt x="160579" y="139547"/>
                </a:lnTo>
                <a:lnTo>
                  <a:pt x="160579" y="104453"/>
                </a:lnTo>
                <a:close/>
                <a:moveTo>
                  <a:pt x="114438" y="61857"/>
                </a:moveTo>
                <a:lnTo>
                  <a:pt x="75386" y="61857"/>
                </a:lnTo>
                <a:lnTo>
                  <a:pt x="75386" y="97364"/>
                </a:lnTo>
                <a:lnTo>
                  <a:pt x="114438" y="97364"/>
                </a:lnTo>
                <a:lnTo>
                  <a:pt x="114438" y="6185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41130" y="5904844"/>
            <a:ext cx="353744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5331" y="6173723"/>
            <a:ext cx="35290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desteği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24067" y="5362884"/>
            <a:ext cx="3739104" cy="1151140"/>
          </a:xfrm>
          <a:custGeom>
            <a:avLst/>
            <a:gdLst/>
            <a:ahLst/>
            <a:cxnLst/>
            <a:rect l="l" t="t" r="r" b="b"/>
            <a:pathLst>
              <a:path w="3739104" h="1151140">
                <a:moveTo>
                  <a:pt x="100828" y="0"/>
                </a:moveTo>
                <a:lnTo>
                  <a:pt x="3638276" y="0"/>
                </a:lnTo>
                <a:cubicBezTo>
                  <a:pt x="3693962" y="0"/>
                  <a:pt x="3739104" y="45142"/>
                  <a:pt x="3739104" y="100828"/>
                </a:cubicBezTo>
                <a:lnTo>
                  <a:pt x="3739104" y="1050312"/>
                </a:lnTo>
                <a:cubicBezTo>
                  <a:pt x="3739104" y="1105998"/>
                  <a:pt x="3693962" y="1151140"/>
                  <a:pt x="3638276" y="1151140"/>
                </a:cubicBezTo>
                <a:lnTo>
                  <a:pt x="100828" y="1151140"/>
                </a:lnTo>
                <a:cubicBezTo>
                  <a:pt x="45142" y="1151140"/>
                  <a:pt x="0" y="1105998"/>
                  <a:pt x="0" y="1050312"/>
                </a:cubicBezTo>
                <a:lnTo>
                  <a:pt x="0" y="100828"/>
                </a:lnTo>
                <a:cubicBezTo>
                  <a:pt x="0" y="45180"/>
                  <a:pt x="45180" y="0"/>
                  <a:pt x="100828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215" y="5501524"/>
            <a:ext cx="302489" cy="302489"/>
          </a:xfrm>
          <a:custGeom>
            <a:avLst/>
            <a:gdLst/>
            <a:ahLst/>
            <a:cxnLst/>
            <a:rect l="l" t="t" r="r" b="b"/>
            <a:pathLst>
              <a:path w="302489" h="302489">
                <a:moveTo>
                  <a:pt x="102740" y="234784"/>
                </a:moveTo>
                <a:cubicBezTo>
                  <a:pt x="102740" y="235965"/>
                  <a:pt x="101381" y="236911"/>
                  <a:pt x="99668" y="236911"/>
                </a:cubicBezTo>
                <a:cubicBezTo>
                  <a:pt x="97718" y="237088"/>
                  <a:pt x="96359" y="236143"/>
                  <a:pt x="96359" y="234784"/>
                </a:cubicBezTo>
                <a:cubicBezTo>
                  <a:pt x="96359" y="233602"/>
                  <a:pt x="97718" y="232657"/>
                  <a:pt x="99432" y="232657"/>
                </a:cubicBezTo>
                <a:cubicBezTo>
                  <a:pt x="101204" y="232480"/>
                  <a:pt x="102740" y="233425"/>
                  <a:pt x="102740" y="234784"/>
                </a:cubicBezTo>
                <a:close/>
                <a:moveTo>
                  <a:pt x="84366" y="232125"/>
                </a:moveTo>
                <a:cubicBezTo>
                  <a:pt x="83953" y="233307"/>
                  <a:pt x="85134" y="234666"/>
                  <a:pt x="86907" y="235020"/>
                </a:cubicBezTo>
                <a:cubicBezTo>
                  <a:pt x="88443" y="235611"/>
                  <a:pt x="90215" y="235020"/>
                  <a:pt x="90570" y="233838"/>
                </a:cubicBezTo>
                <a:cubicBezTo>
                  <a:pt x="90924" y="232657"/>
                  <a:pt x="89802" y="231298"/>
                  <a:pt x="88029" y="230766"/>
                </a:cubicBezTo>
                <a:cubicBezTo>
                  <a:pt x="86493" y="230353"/>
                  <a:pt x="84780" y="230944"/>
                  <a:pt x="84366" y="232125"/>
                </a:cubicBezTo>
                <a:close/>
                <a:moveTo>
                  <a:pt x="110479" y="231121"/>
                </a:moveTo>
                <a:cubicBezTo>
                  <a:pt x="108766" y="231534"/>
                  <a:pt x="107585" y="232657"/>
                  <a:pt x="107762" y="234016"/>
                </a:cubicBezTo>
                <a:cubicBezTo>
                  <a:pt x="107939" y="235197"/>
                  <a:pt x="109475" y="235965"/>
                  <a:pt x="111248" y="235552"/>
                </a:cubicBezTo>
                <a:cubicBezTo>
                  <a:pt x="112961" y="235138"/>
                  <a:pt x="114142" y="234016"/>
                  <a:pt x="113965" y="232834"/>
                </a:cubicBezTo>
                <a:cubicBezTo>
                  <a:pt x="113788" y="231712"/>
                  <a:pt x="112193" y="230944"/>
                  <a:pt x="110479" y="231121"/>
                </a:cubicBezTo>
                <a:close/>
                <a:moveTo>
                  <a:pt x="149354" y="4726"/>
                </a:moveTo>
                <a:cubicBezTo>
                  <a:pt x="67410" y="4726"/>
                  <a:pt x="4726" y="66938"/>
                  <a:pt x="4726" y="148881"/>
                </a:cubicBezTo>
                <a:cubicBezTo>
                  <a:pt x="4726" y="214401"/>
                  <a:pt x="45964" y="270468"/>
                  <a:pt x="104867" y="290201"/>
                </a:cubicBezTo>
                <a:cubicBezTo>
                  <a:pt x="112429" y="291560"/>
                  <a:pt x="115088" y="286892"/>
                  <a:pt x="115088" y="283052"/>
                </a:cubicBezTo>
                <a:cubicBezTo>
                  <a:pt x="115088" y="279389"/>
                  <a:pt x="114910" y="259184"/>
                  <a:pt x="114910" y="246777"/>
                </a:cubicBezTo>
                <a:cubicBezTo>
                  <a:pt x="114910" y="246777"/>
                  <a:pt x="73555" y="255639"/>
                  <a:pt x="64870" y="229171"/>
                </a:cubicBezTo>
                <a:cubicBezTo>
                  <a:pt x="64870" y="229171"/>
                  <a:pt x="58135" y="211979"/>
                  <a:pt x="48446" y="207548"/>
                </a:cubicBezTo>
                <a:cubicBezTo>
                  <a:pt x="48446" y="207548"/>
                  <a:pt x="34916" y="198272"/>
                  <a:pt x="49391" y="198450"/>
                </a:cubicBezTo>
                <a:cubicBezTo>
                  <a:pt x="49391" y="198450"/>
                  <a:pt x="64102" y="199631"/>
                  <a:pt x="72196" y="213692"/>
                </a:cubicBezTo>
                <a:cubicBezTo>
                  <a:pt x="85134" y="236497"/>
                  <a:pt x="106817" y="229939"/>
                  <a:pt x="115265" y="226040"/>
                </a:cubicBezTo>
                <a:cubicBezTo>
                  <a:pt x="116624" y="216587"/>
                  <a:pt x="120464" y="210029"/>
                  <a:pt x="124718" y="206130"/>
                </a:cubicBezTo>
                <a:cubicBezTo>
                  <a:pt x="91692" y="202467"/>
                  <a:pt x="58371" y="197681"/>
                  <a:pt x="58371" y="140847"/>
                </a:cubicBezTo>
                <a:cubicBezTo>
                  <a:pt x="58371" y="124600"/>
                  <a:pt x="62861" y="116447"/>
                  <a:pt x="72314" y="106049"/>
                </a:cubicBezTo>
                <a:cubicBezTo>
                  <a:pt x="70778" y="102208"/>
                  <a:pt x="65756" y="86375"/>
                  <a:pt x="73850" y="65933"/>
                </a:cubicBezTo>
                <a:cubicBezTo>
                  <a:pt x="86198" y="62093"/>
                  <a:pt x="114615" y="81885"/>
                  <a:pt x="114615" y="81885"/>
                </a:cubicBezTo>
                <a:cubicBezTo>
                  <a:pt x="126431" y="78576"/>
                  <a:pt x="139133" y="76863"/>
                  <a:pt x="151717" y="76863"/>
                </a:cubicBezTo>
                <a:cubicBezTo>
                  <a:pt x="164301" y="76863"/>
                  <a:pt x="177004" y="78576"/>
                  <a:pt x="188820" y="81885"/>
                </a:cubicBezTo>
                <a:cubicBezTo>
                  <a:pt x="188820" y="81885"/>
                  <a:pt x="217237" y="62034"/>
                  <a:pt x="229585" y="65933"/>
                </a:cubicBezTo>
                <a:cubicBezTo>
                  <a:pt x="237679" y="86434"/>
                  <a:pt x="232657" y="102208"/>
                  <a:pt x="231121" y="106049"/>
                </a:cubicBezTo>
                <a:cubicBezTo>
                  <a:pt x="240574" y="116506"/>
                  <a:pt x="246363" y="124659"/>
                  <a:pt x="246363" y="140847"/>
                </a:cubicBezTo>
                <a:cubicBezTo>
                  <a:pt x="246363" y="197859"/>
                  <a:pt x="211565" y="202408"/>
                  <a:pt x="178540" y="206130"/>
                </a:cubicBezTo>
                <a:cubicBezTo>
                  <a:pt x="183975" y="210797"/>
                  <a:pt x="188583" y="219659"/>
                  <a:pt x="188583" y="233543"/>
                </a:cubicBezTo>
                <a:cubicBezTo>
                  <a:pt x="188583" y="253453"/>
                  <a:pt x="188406" y="278089"/>
                  <a:pt x="188406" y="282934"/>
                </a:cubicBezTo>
                <a:cubicBezTo>
                  <a:pt x="188406" y="286774"/>
                  <a:pt x="191124" y="291441"/>
                  <a:pt x="198627" y="290083"/>
                </a:cubicBezTo>
                <a:cubicBezTo>
                  <a:pt x="257707" y="270468"/>
                  <a:pt x="297763" y="214401"/>
                  <a:pt x="297763" y="148881"/>
                </a:cubicBezTo>
                <a:cubicBezTo>
                  <a:pt x="297763" y="66938"/>
                  <a:pt x="231298" y="4726"/>
                  <a:pt x="149354" y="4726"/>
                </a:cubicBezTo>
                <a:close/>
                <a:moveTo>
                  <a:pt x="62152" y="208493"/>
                </a:moveTo>
                <a:cubicBezTo>
                  <a:pt x="61384" y="209084"/>
                  <a:pt x="61561" y="210443"/>
                  <a:pt x="62566" y="211565"/>
                </a:cubicBezTo>
                <a:cubicBezTo>
                  <a:pt x="63511" y="212511"/>
                  <a:pt x="64870" y="212924"/>
                  <a:pt x="65638" y="212156"/>
                </a:cubicBezTo>
                <a:cubicBezTo>
                  <a:pt x="66406" y="211565"/>
                  <a:pt x="66229" y="210206"/>
                  <a:pt x="65224" y="209084"/>
                </a:cubicBezTo>
                <a:cubicBezTo>
                  <a:pt x="64279" y="208139"/>
                  <a:pt x="62920" y="207725"/>
                  <a:pt x="62152" y="208493"/>
                </a:cubicBezTo>
                <a:close/>
                <a:moveTo>
                  <a:pt x="55771" y="203708"/>
                </a:moveTo>
                <a:cubicBezTo>
                  <a:pt x="55358" y="204476"/>
                  <a:pt x="55949" y="205421"/>
                  <a:pt x="57130" y="206012"/>
                </a:cubicBezTo>
                <a:cubicBezTo>
                  <a:pt x="58076" y="206603"/>
                  <a:pt x="59257" y="206425"/>
                  <a:pt x="59671" y="205598"/>
                </a:cubicBezTo>
                <a:cubicBezTo>
                  <a:pt x="60084" y="204830"/>
                  <a:pt x="59494" y="203885"/>
                  <a:pt x="58312" y="203294"/>
                </a:cubicBezTo>
                <a:cubicBezTo>
                  <a:pt x="57130" y="202940"/>
                  <a:pt x="56185" y="203117"/>
                  <a:pt x="55771" y="203708"/>
                </a:cubicBezTo>
                <a:close/>
                <a:moveTo>
                  <a:pt x="74913" y="224740"/>
                </a:moveTo>
                <a:cubicBezTo>
                  <a:pt x="73968" y="225508"/>
                  <a:pt x="74323" y="227281"/>
                  <a:pt x="75681" y="228403"/>
                </a:cubicBezTo>
                <a:cubicBezTo>
                  <a:pt x="77040" y="229762"/>
                  <a:pt x="78754" y="229939"/>
                  <a:pt x="79522" y="228994"/>
                </a:cubicBezTo>
                <a:cubicBezTo>
                  <a:pt x="80290" y="228226"/>
                  <a:pt x="79935" y="226453"/>
                  <a:pt x="78754" y="225331"/>
                </a:cubicBezTo>
                <a:cubicBezTo>
                  <a:pt x="77454" y="223972"/>
                  <a:pt x="75681" y="223795"/>
                  <a:pt x="74913" y="224740"/>
                </a:cubicBezTo>
                <a:close/>
                <a:moveTo>
                  <a:pt x="68178" y="216055"/>
                </a:moveTo>
                <a:cubicBezTo>
                  <a:pt x="67233" y="216646"/>
                  <a:pt x="67233" y="218182"/>
                  <a:pt x="68178" y="219541"/>
                </a:cubicBezTo>
                <a:cubicBezTo>
                  <a:pt x="69124" y="220900"/>
                  <a:pt x="70719" y="221491"/>
                  <a:pt x="71487" y="220900"/>
                </a:cubicBezTo>
                <a:cubicBezTo>
                  <a:pt x="72432" y="220132"/>
                  <a:pt x="72432" y="218596"/>
                  <a:pt x="71487" y="217237"/>
                </a:cubicBezTo>
                <a:cubicBezTo>
                  <a:pt x="70660" y="215878"/>
                  <a:pt x="69124" y="215287"/>
                  <a:pt x="68178" y="21605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4324897" y="5904844"/>
            <a:ext cx="353744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29098" y="6173723"/>
            <a:ext cx="35290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7834" y="5362884"/>
            <a:ext cx="3739104" cy="1151140"/>
          </a:xfrm>
          <a:custGeom>
            <a:avLst/>
            <a:gdLst/>
            <a:ahLst/>
            <a:cxnLst/>
            <a:rect l="l" t="t" r="r" b="b"/>
            <a:pathLst>
              <a:path w="3739104" h="1151140">
                <a:moveTo>
                  <a:pt x="100828" y="0"/>
                </a:moveTo>
                <a:lnTo>
                  <a:pt x="3638276" y="0"/>
                </a:lnTo>
                <a:cubicBezTo>
                  <a:pt x="3693962" y="0"/>
                  <a:pt x="3739104" y="45142"/>
                  <a:pt x="3739104" y="100828"/>
                </a:cubicBezTo>
                <a:lnTo>
                  <a:pt x="3739104" y="1050312"/>
                </a:lnTo>
                <a:cubicBezTo>
                  <a:pt x="3739104" y="1105998"/>
                  <a:pt x="3693962" y="1151140"/>
                  <a:pt x="3638276" y="1151140"/>
                </a:cubicBezTo>
                <a:lnTo>
                  <a:pt x="100828" y="1151140"/>
                </a:lnTo>
                <a:cubicBezTo>
                  <a:pt x="45142" y="1151140"/>
                  <a:pt x="0" y="1105998"/>
                  <a:pt x="0" y="1050312"/>
                </a:cubicBezTo>
                <a:lnTo>
                  <a:pt x="0" y="100828"/>
                </a:lnTo>
                <a:cubicBezTo>
                  <a:pt x="0" y="45180"/>
                  <a:pt x="45180" y="0"/>
                  <a:pt x="100828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270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64793" y="5501524"/>
            <a:ext cx="226867" cy="302489"/>
          </a:xfrm>
          <a:custGeom>
            <a:avLst/>
            <a:gdLst/>
            <a:ahLst/>
            <a:cxnLst/>
            <a:rect l="l" t="t" r="r" b="b"/>
            <a:pathLst>
              <a:path w="226867" h="302489">
                <a:moveTo>
                  <a:pt x="147641" y="39465"/>
                </a:moveTo>
                <a:cubicBezTo>
                  <a:pt x="153785" y="31017"/>
                  <a:pt x="151895" y="19201"/>
                  <a:pt x="143446" y="13057"/>
                </a:cubicBezTo>
                <a:cubicBezTo>
                  <a:pt x="134998" y="6912"/>
                  <a:pt x="123182" y="8803"/>
                  <a:pt x="117037" y="17251"/>
                </a:cubicBezTo>
                <a:lnTo>
                  <a:pt x="54413" y="103331"/>
                </a:lnTo>
                <a:lnTo>
                  <a:pt x="32258" y="81176"/>
                </a:lnTo>
                <a:cubicBezTo>
                  <a:pt x="24873" y="73791"/>
                  <a:pt x="12879" y="73791"/>
                  <a:pt x="5494" y="81176"/>
                </a:cubicBezTo>
                <a:cubicBezTo>
                  <a:pt x="-1891" y="88561"/>
                  <a:pt x="-1891" y="100554"/>
                  <a:pt x="5494" y="107939"/>
                </a:cubicBezTo>
                <a:lnTo>
                  <a:pt x="43306" y="145750"/>
                </a:lnTo>
                <a:cubicBezTo>
                  <a:pt x="47205" y="149650"/>
                  <a:pt x="52640" y="151658"/>
                  <a:pt x="58135" y="151245"/>
                </a:cubicBezTo>
                <a:cubicBezTo>
                  <a:pt x="63629" y="150831"/>
                  <a:pt x="68710" y="147995"/>
                  <a:pt x="71959" y="143505"/>
                </a:cubicBezTo>
                <a:lnTo>
                  <a:pt x="147582" y="39524"/>
                </a:lnTo>
                <a:close/>
                <a:moveTo>
                  <a:pt x="223263" y="119814"/>
                </a:moveTo>
                <a:cubicBezTo>
                  <a:pt x="229407" y="111366"/>
                  <a:pt x="227517" y="99550"/>
                  <a:pt x="219068" y="93405"/>
                </a:cubicBezTo>
                <a:cubicBezTo>
                  <a:pt x="210620" y="87261"/>
                  <a:pt x="198804" y="89152"/>
                  <a:pt x="192660" y="97600"/>
                </a:cubicBezTo>
                <a:lnTo>
                  <a:pt x="92224" y="235670"/>
                </a:lnTo>
                <a:lnTo>
                  <a:pt x="51163" y="194609"/>
                </a:lnTo>
                <a:cubicBezTo>
                  <a:pt x="43778" y="187224"/>
                  <a:pt x="31785" y="187224"/>
                  <a:pt x="24400" y="194609"/>
                </a:cubicBezTo>
                <a:cubicBezTo>
                  <a:pt x="17015" y="201994"/>
                  <a:pt x="17015" y="213988"/>
                  <a:pt x="24400" y="221373"/>
                </a:cubicBezTo>
                <a:lnTo>
                  <a:pt x="81117" y="278089"/>
                </a:lnTo>
                <a:cubicBezTo>
                  <a:pt x="85016" y="281989"/>
                  <a:pt x="90451" y="283997"/>
                  <a:pt x="95946" y="283584"/>
                </a:cubicBezTo>
                <a:cubicBezTo>
                  <a:pt x="101440" y="283170"/>
                  <a:pt x="106521" y="280334"/>
                  <a:pt x="109771" y="275844"/>
                </a:cubicBezTo>
                <a:lnTo>
                  <a:pt x="223204" y="11987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2" name="Text 50"/>
          <p:cNvSpPr/>
          <p:nvPr/>
        </p:nvSpPr>
        <p:spPr>
          <a:xfrm>
            <a:off x="8208664" y="5904844"/>
            <a:ext cx="353744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12865" y="6173723"/>
            <a:ext cx="35290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test coverage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730598" y="6406892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50415" y="16805"/>
                </a:moveTo>
                <a:cubicBezTo>
                  <a:pt x="50415" y="12157"/>
                  <a:pt x="54170" y="8402"/>
                  <a:pt x="58817" y="8402"/>
                </a:cubicBezTo>
                <a:lnTo>
                  <a:pt x="75622" y="8402"/>
                </a:lnTo>
                <a:cubicBezTo>
                  <a:pt x="80270" y="8402"/>
                  <a:pt x="84025" y="12157"/>
                  <a:pt x="84025" y="16805"/>
                </a:cubicBezTo>
                <a:lnTo>
                  <a:pt x="84025" y="33610"/>
                </a:lnTo>
                <a:cubicBezTo>
                  <a:pt x="84025" y="38258"/>
                  <a:pt x="80270" y="42012"/>
                  <a:pt x="75622" y="42012"/>
                </a:cubicBezTo>
                <a:lnTo>
                  <a:pt x="73522" y="42012"/>
                </a:lnTo>
                <a:lnTo>
                  <a:pt x="73522" y="58817"/>
                </a:lnTo>
                <a:lnTo>
                  <a:pt x="105031" y="58817"/>
                </a:lnTo>
                <a:cubicBezTo>
                  <a:pt x="115482" y="58817"/>
                  <a:pt x="123937" y="67272"/>
                  <a:pt x="123937" y="77723"/>
                </a:cubicBezTo>
                <a:lnTo>
                  <a:pt x="123937" y="92427"/>
                </a:lnTo>
                <a:lnTo>
                  <a:pt x="126037" y="92427"/>
                </a:lnTo>
                <a:cubicBezTo>
                  <a:pt x="130685" y="92427"/>
                  <a:pt x="134440" y="96182"/>
                  <a:pt x="134440" y="100830"/>
                </a:cubicBezTo>
                <a:lnTo>
                  <a:pt x="134440" y="117635"/>
                </a:lnTo>
                <a:cubicBezTo>
                  <a:pt x="134440" y="122282"/>
                  <a:pt x="130685" y="126037"/>
                  <a:pt x="126037" y="126037"/>
                </a:cubicBezTo>
                <a:lnTo>
                  <a:pt x="109232" y="126037"/>
                </a:lnTo>
                <a:cubicBezTo>
                  <a:pt x="104585" y="126037"/>
                  <a:pt x="100830" y="122282"/>
                  <a:pt x="100830" y="117635"/>
                </a:cubicBezTo>
                <a:lnTo>
                  <a:pt x="100830" y="100830"/>
                </a:lnTo>
                <a:cubicBezTo>
                  <a:pt x="100830" y="96182"/>
                  <a:pt x="104585" y="92427"/>
                  <a:pt x="109232" y="92427"/>
                </a:cubicBezTo>
                <a:lnTo>
                  <a:pt x="111333" y="92427"/>
                </a:lnTo>
                <a:lnTo>
                  <a:pt x="111333" y="77723"/>
                </a:lnTo>
                <a:cubicBezTo>
                  <a:pt x="111333" y="74231"/>
                  <a:pt x="108523" y="71421"/>
                  <a:pt x="105031" y="71421"/>
                </a:cubicBezTo>
                <a:lnTo>
                  <a:pt x="73522" y="71421"/>
                </a:lnTo>
                <a:lnTo>
                  <a:pt x="73522" y="92427"/>
                </a:lnTo>
                <a:lnTo>
                  <a:pt x="75622" y="92427"/>
                </a:lnTo>
                <a:cubicBezTo>
                  <a:pt x="80270" y="92427"/>
                  <a:pt x="84025" y="96182"/>
                  <a:pt x="84025" y="100830"/>
                </a:cubicBezTo>
                <a:lnTo>
                  <a:pt x="84025" y="117635"/>
                </a:lnTo>
                <a:cubicBezTo>
                  <a:pt x="84025" y="122282"/>
                  <a:pt x="80270" y="126037"/>
                  <a:pt x="75622" y="126037"/>
                </a:cubicBezTo>
                <a:lnTo>
                  <a:pt x="58817" y="126037"/>
                </a:lnTo>
                <a:cubicBezTo>
                  <a:pt x="54170" y="126037"/>
                  <a:pt x="50415" y="122282"/>
                  <a:pt x="50415" y="117635"/>
                </a:cubicBezTo>
                <a:lnTo>
                  <a:pt x="50415" y="100830"/>
                </a:lnTo>
                <a:cubicBezTo>
                  <a:pt x="50415" y="96182"/>
                  <a:pt x="54170" y="92427"/>
                  <a:pt x="58817" y="92427"/>
                </a:cubicBezTo>
                <a:lnTo>
                  <a:pt x="60918" y="92427"/>
                </a:lnTo>
                <a:lnTo>
                  <a:pt x="60918" y="71421"/>
                </a:lnTo>
                <a:lnTo>
                  <a:pt x="29409" y="71421"/>
                </a:lnTo>
                <a:cubicBezTo>
                  <a:pt x="25916" y="71421"/>
                  <a:pt x="23107" y="74231"/>
                  <a:pt x="23107" y="77723"/>
                </a:cubicBezTo>
                <a:lnTo>
                  <a:pt x="23107" y="92427"/>
                </a:lnTo>
                <a:lnTo>
                  <a:pt x="25207" y="92427"/>
                </a:lnTo>
                <a:cubicBezTo>
                  <a:pt x="29855" y="92427"/>
                  <a:pt x="33610" y="96182"/>
                  <a:pt x="33610" y="100830"/>
                </a:cubicBezTo>
                <a:lnTo>
                  <a:pt x="33610" y="117635"/>
                </a:lnTo>
                <a:cubicBezTo>
                  <a:pt x="33610" y="122282"/>
                  <a:pt x="29855" y="126037"/>
                  <a:pt x="25207" y="126037"/>
                </a:cubicBezTo>
                <a:lnTo>
                  <a:pt x="8402" y="126037"/>
                </a:lnTo>
                <a:cubicBezTo>
                  <a:pt x="3755" y="126037"/>
                  <a:pt x="0" y="122282"/>
                  <a:pt x="0" y="117635"/>
                </a:cubicBezTo>
                <a:lnTo>
                  <a:pt x="0" y="100830"/>
                </a:lnTo>
                <a:cubicBezTo>
                  <a:pt x="0" y="96182"/>
                  <a:pt x="3755" y="92427"/>
                  <a:pt x="8402" y="92427"/>
                </a:cubicBezTo>
                <a:lnTo>
                  <a:pt x="10503" y="92427"/>
                </a:lnTo>
                <a:lnTo>
                  <a:pt x="10503" y="77723"/>
                </a:lnTo>
                <a:cubicBezTo>
                  <a:pt x="10503" y="67272"/>
                  <a:pt x="18958" y="58817"/>
                  <a:pt x="29409" y="58817"/>
                </a:cubicBezTo>
                <a:lnTo>
                  <a:pt x="60918" y="58817"/>
                </a:lnTo>
                <a:lnTo>
                  <a:pt x="60918" y="42012"/>
                </a:lnTo>
                <a:lnTo>
                  <a:pt x="58817" y="42012"/>
                </a:lnTo>
                <a:cubicBezTo>
                  <a:pt x="54170" y="42012"/>
                  <a:pt x="50415" y="38258"/>
                  <a:pt x="50415" y="33610"/>
                </a:cubicBezTo>
                <a:lnTo>
                  <a:pt x="50415" y="16805"/>
                </a:ln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55" name="Text 53"/>
          <p:cNvSpPr/>
          <p:nvPr/>
        </p:nvSpPr>
        <p:spPr>
          <a:xfrm>
            <a:off x="8926317" y="6385886"/>
            <a:ext cx="306444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Görsel: GitHub repo yapısı - Dosya ağacı diyagramı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jabil.com/584196cbafef5ec117e0bfa75e783bf879bbd6fb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63166" y="5429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7859" y="0"/>
                </a:moveTo>
                <a:cubicBezTo>
                  <a:pt x="27738" y="0"/>
                  <a:pt x="35719" y="7981"/>
                  <a:pt x="35719" y="17859"/>
                </a:cubicBezTo>
                <a:lnTo>
                  <a:pt x="35719" y="26789"/>
                </a:lnTo>
                <a:lnTo>
                  <a:pt x="74228" y="17190"/>
                </a:lnTo>
                <a:cubicBezTo>
                  <a:pt x="95492" y="11888"/>
                  <a:pt x="117928" y="14343"/>
                  <a:pt x="137573" y="24166"/>
                </a:cubicBezTo>
                <a:cubicBezTo>
                  <a:pt x="163413" y="37114"/>
                  <a:pt x="193830" y="37114"/>
                  <a:pt x="219670" y="24166"/>
                </a:cubicBezTo>
                <a:lnTo>
                  <a:pt x="225028" y="21487"/>
                </a:lnTo>
                <a:cubicBezTo>
                  <a:pt x="236525" y="15683"/>
                  <a:pt x="250031" y="24054"/>
                  <a:pt x="250031" y="36891"/>
                </a:cubicBezTo>
                <a:lnTo>
                  <a:pt x="250031" y="192993"/>
                </a:lnTo>
                <a:cubicBezTo>
                  <a:pt x="250031" y="200416"/>
                  <a:pt x="245399" y="207113"/>
                  <a:pt x="238423" y="209736"/>
                </a:cubicBezTo>
                <a:lnTo>
                  <a:pt x="219056" y="216991"/>
                </a:lnTo>
                <a:cubicBezTo>
                  <a:pt x="193272" y="226647"/>
                  <a:pt x="164585" y="225140"/>
                  <a:pt x="139973" y="212861"/>
                </a:cubicBezTo>
                <a:cubicBezTo>
                  <a:pt x="118821" y="202257"/>
                  <a:pt x="94543" y="199634"/>
                  <a:pt x="71605" y="205383"/>
                </a:cubicBezTo>
                <a:lnTo>
                  <a:pt x="35719" y="214313"/>
                </a:lnTo>
                <a:lnTo>
                  <a:pt x="35719" y="267891"/>
                </a:lnTo>
                <a:cubicBezTo>
                  <a:pt x="35719" y="277769"/>
                  <a:pt x="27738" y="285750"/>
                  <a:pt x="17859" y="285750"/>
                </a:cubicBezTo>
                <a:cubicBezTo>
                  <a:pt x="7981" y="285750"/>
                  <a:pt x="0" y="277769"/>
                  <a:pt x="0" y="267891"/>
                </a:cubicBezTo>
                <a:lnTo>
                  <a:pt x="0" y="17859"/>
                </a:lnTo>
                <a:cubicBezTo>
                  <a:pt x="0" y="7981"/>
                  <a:pt x="7981" y="0"/>
                  <a:pt x="17859" y="0"/>
                </a:cubicBezTo>
                <a:close/>
                <a:moveTo>
                  <a:pt x="35719" y="104422"/>
                </a:moveTo>
                <a:lnTo>
                  <a:pt x="71438" y="96664"/>
                </a:lnTo>
                <a:lnTo>
                  <a:pt x="71438" y="133220"/>
                </a:lnTo>
                <a:lnTo>
                  <a:pt x="35719" y="140977"/>
                </a:lnTo>
                <a:lnTo>
                  <a:pt x="35719" y="177533"/>
                </a:lnTo>
                <a:lnTo>
                  <a:pt x="62954" y="170724"/>
                </a:lnTo>
                <a:cubicBezTo>
                  <a:pt x="65801" y="169999"/>
                  <a:pt x="68591" y="169385"/>
                  <a:pt x="71438" y="168883"/>
                </a:cubicBezTo>
                <a:lnTo>
                  <a:pt x="71438" y="133220"/>
                </a:lnTo>
                <a:lnTo>
                  <a:pt x="93148" y="128532"/>
                </a:lnTo>
                <a:cubicBezTo>
                  <a:pt x="97780" y="127527"/>
                  <a:pt x="102468" y="127136"/>
                  <a:pt x="107156" y="127360"/>
                </a:cubicBezTo>
                <a:lnTo>
                  <a:pt x="107156" y="91641"/>
                </a:lnTo>
                <a:cubicBezTo>
                  <a:pt x="114746" y="91864"/>
                  <a:pt x="122337" y="93092"/>
                  <a:pt x="129704" y="95213"/>
                </a:cubicBezTo>
                <a:lnTo>
                  <a:pt x="142875" y="99064"/>
                </a:lnTo>
                <a:lnTo>
                  <a:pt x="142875" y="136289"/>
                </a:lnTo>
                <a:lnTo>
                  <a:pt x="119602" y="129425"/>
                </a:lnTo>
                <a:cubicBezTo>
                  <a:pt x="115528" y="128253"/>
                  <a:pt x="111342" y="127527"/>
                  <a:pt x="107156" y="127304"/>
                </a:cubicBezTo>
                <a:lnTo>
                  <a:pt x="107156" y="167153"/>
                </a:lnTo>
                <a:cubicBezTo>
                  <a:pt x="119323" y="168213"/>
                  <a:pt x="131322" y="170892"/>
                  <a:pt x="142875" y="175189"/>
                </a:cubicBezTo>
                <a:lnTo>
                  <a:pt x="142875" y="136234"/>
                </a:lnTo>
                <a:lnTo>
                  <a:pt x="155544" y="139973"/>
                </a:lnTo>
                <a:cubicBezTo>
                  <a:pt x="163078" y="142205"/>
                  <a:pt x="170780" y="143545"/>
                  <a:pt x="178594" y="144103"/>
                </a:cubicBezTo>
                <a:lnTo>
                  <a:pt x="178594" y="108272"/>
                </a:lnTo>
                <a:cubicBezTo>
                  <a:pt x="174241" y="107826"/>
                  <a:pt x="169887" y="106989"/>
                  <a:pt x="165646" y="105761"/>
                </a:cubicBezTo>
                <a:lnTo>
                  <a:pt x="142875" y="99064"/>
                </a:lnTo>
                <a:lnTo>
                  <a:pt x="142875" y="64461"/>
                </a:lnTo>
                <a:cubicBezTo>
                  <a:pt x="135620" y="62340"/>
                  <a:pt x="128476" y="59550"/>
                  <a:pt x="121555" y="56090"/>
                </a:cubicBezTo>
                <a:cubicBezTo>
                  <a:pt x="116979" y="53801"/>
                  <a:pt x="112123" y="52183"/>
                  <a:pt x="107156" y="51178"/>
                </a:cubicBezTo>
                <a:lnTo>
                  <a:pt x="107156" y="91585"/>
                </a:lnTo>
                <a:cubicBezTo>
                  <a:pt x="99901" y="91362"/>
                  <a:pt x="92646" y="92032"/>
                  <a:pt x="85558" y="93594"/>
                </a:cubicBezTo>
                <a:lnTo>
                  <a:pt x="71438" y="96664"/>
                </a:lnTo>
                <a:lnTo>
                  <a:pt x="71438" y="54694"/>
                </a:lnTo>
                <a:lnTo>
                  <a:pt x="35719" y="63624"/>
                </a:lnTo>
                <a:lnTo>
                  <a:pt x="35719" y="104422"/>
                </a:lnTo>
                <a:close/>
                <a:moveTo>
                  <a:pt x="178594" y="187356"/>
                </a:moveTo>
                <a:cubicBezTo>
                  <a:pt x="187970" y="188193"/>
                  <a:pt x="197514" y="186965"/>
                  <a:pt x="206499" y="183561"/>
                </a:cubicBezTo>
                <a:lnTo>
                  <a:pt x="214313" y="180659"/>
                </a:lnTo>
                <a:lnTo>
                  <a:pt x="214313" y="140643"/>
                </a:lnTo>
                <a:lnTo>
                  <a:pt x="209903" y="141647"/>
                </a:lnTo>
                <a:cubicBezTo>
                  <a:pt x="199634" y="144047"/>
                  <a:pt x="189086" y="144828"/>
                  <a:pt x="178594" y="144159"/>
                </a:cubicBezTo>
                <a:lnTo>
                  <a:pt x="178594" y="187356"/>
                </a:lnTo>
                <a:close/>
                <a:moveTo>
                  <a:pt x="214313" y="103975"/>
                </a:moveTo>
                <a:lnTo>
                  <a:pt x="214313" y="64461"/>
                </a:lnTo>
                <a:cubicBezTo>
                  <a:pt x="202648" y="67866"/>
                  <a:pt x="190649" y="69540"/>
                  <a:pt x="178594" y="69540"/>
                </a:cubicBezTo>
                <a:lnTo>
                  <a:pt x="178594" y="108272"/>
                </a:lnTo>
                <a:cubicBezTo>
                  <a:pt x="186351" y="109054"/>
                  <a:pt x="194221" y="108552"/>
                  <a:pt x="201867" y="106821"/>
                </a:cubicBezTo>
                <a:lnTo>
                  <a:pt x="214313" y="1039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457200"/>
            <a:ext cx="600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Sonuç ve Gelecek Hedefleri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147763"/>
            <a:ext cx="11420475" cy="2324100"/>
          </a:xfrm>
          <a:custGeom>
            <a:avLst/>
            <a:gdLst/>
            <a:ahLst/>
            <a:cxnLst/>
            <a:rect l="l" t="t" r="r" b="b"/>
            <a:pathLst>
              <a:path w="11420475" h="2324100">
                <a:moveTo>
                  <a:pt x="114299" y="0"/>
                </a:moveTo>
                <a:lnTo>
                  <a:pt x="11306176" y="0"/>
                </a:lnTo>
                <a:cubicBezTo>
                  <a:pt x="11369301" y="0"/>
                  <a:pt x="11420475" y="51174"/>
                  <a:pt x="11420475" y="114299"/>
                </a:cubicBezTo>
                <a:lnTo>
                  <a:pt x="11420475" y="2209801"/>
                </a:lnTo>
                <a:cubicBezTo>
                  <a:pt x="11420475" y="2272926"/>
                  <a:pt x="11369301" y="2324100"/>
                  <a:pt x="11306176" y="2324100"/>
                </a:cubicBezTo>
                <a:lnTo>
                  <a:pt x="114299" y="2324100"/>
                </a:lnTo>
                <a:cubicBezTo>
                  <a:pt x="51174" y="2324100"/>
                  <a:pt x="0" y="2272926"/>
                  <a:pt x="0" y="220980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90000"/>
                </a:srgbClr>
              </a:gs>
              <a:gs pos="100000">
                <a:srgbClr val="1E293B">
                  <a:alpha val="7000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1025" y="1343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71513" y="14668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1266825" y="1343025"/>
            <a:ext cx="1045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Hız ve Güvenilirlik Dengesi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66825" y="1762125"/>
            <a:ext cx="104298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TriedScan, Red Team operasyonlarında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hız ve güvenilirliği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mükemmel bir şekilde dengeliyor. RustScan'in hızı, Nmap'in detaycılığı, Go'nun concurrency'si bir arada.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66825" y="2471738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1309688" y="2586038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10x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7788" y="2967038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Daha Hızlı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81438" y="2471738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Text 13"/>
          <p:cNvSpPr/>
          <p:nvPr/>
        </p:nvSpPr>
        <p:spPr>
          <a:xfrm>
            <a:off x="3924300" y="2586038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62400" y="2967038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Drop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96050" y="2471738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9" name="Text 16"/>
          <p:cNvSpPr/>
          <p:nvPr/>
        </p:nvSpPr>
        <p:spPr>
          <a:xfrm>
            <a:off x="6538913" y="2586038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77013" y="2967038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Gizli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110663" y="2471738"/>
            <a:ext cx="2505075" cy="800100"/>
          </a:xfrm>
          <a:custGeom>
            <a:avLst/>
            <a:gdLst/>
            <a:ahLst/>
            <a:cxnLst/>
            <a:rect l="l" t="t" r="r" b="b"/>
            <a:pathLst>
              <a:path w="2505075" h="800100">
                <a:moveTo>
                  <a:pt x="76202" y="0"/>
                </a:moveTo>
                <a:lnTo>
                  <a:pt x="2428873" y="0"/>
                </a:lnTo>
                <a:cubicBezTo>
                  <a:pt x="2470958" y="0"/>
                  <a:pt x="2505075" y="34117"/>
                  <a:pt x="2505075" y="76202"/>
                </a:cubicBezTo>
                <a:lnTo>
                  <a:pt x="2505075" y="723898"/>
                </a:lnTo>
                <a:cubicBezTo>
                  <a:pt x="2505075" y="765983"/>
                  <a:pt x="2470958" y="800100"/>
                  <a:pt x="2428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2" name="Text 19"/>
          <p:cNvSpPr/>
          <p:nvPr/>
        </p:nvSpPr>
        <p:spPr>
          <a:xfrm>
            <a:off x="9153525" y="2586038"/>
            <a:ext cx="241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191625" y="2967038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Ölçeklenebilir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5763" y="3629025"/>
            <a:ext cx="5629275" cy="1981200"/>
          </a:xfrm>
          <a:custGeom>
            <a:avLst/>
            <a:gdLst/>
            <a:ahLst/>
            <a:cxnLst/>
            <a:rect l="l" t="t" r="r" b="b"/>
            <a:pathLst>
              <a:path w="5629275" h="1981200">
                <a:moveTo>
                  <a:pt x="114295" y="0"/>
                </a:moveTo>
                <a:lnTo>
                  <a:pt x="5514980" y="0"/>
                </a:lnTo>
                <a:cubicBezTo>
                  <a:pt x="5578061" y="0"/>
                  <a:pt x="5629275" y="51214"/>
                  <a:pt x="5629275" y="114295"/>
                </a:cubicBezTo>
                <a:lnTo>
                  <a:pt x="5629275" y="1866905"/>
                </a:lnTo>
                <a:cubicBezTo>
                  <a:pt x="5629275" y="1929986"/>
                  <a:pt x="5578061" y="1981200"/>
                  <a:pt x="551498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90000"/>
                </a:srgbClr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3888" y="382428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16465" y="266149"/>
                </a:moveTo>
                <a:cubicBezTo>
                  <a:pt x="116465" y="267489"/>
                  <a:pt x="114925" y="268560"/>
                  <a:pt x="112983" y="268560"/>
                </a:cubicBezTo>
                <a:cubicBezTo>
                  <a:pt x="110773" y="268761"/>
                  <a:pt x="109232" y="267690"/>
                  <a:pt x="109232" y="266149"/>
                </a:cubicBezTo>
                <a:cubicBezTo>
                  <a:pt x="109232" y="264810"/>
                  <a:pt x="110773" y="263738"/>
                  <a:pt x="112715" y="263738"/>
                </a:cubicBezTo>
                <a:cubicBezTo>
                  <a:pt x="114724" y="263537"/>
                  <a:pt x="116465" y="264609"/>
                  <a:pt x="116465" y="266149"/>
                </a:cubicBezTo>
                <a:close/>
                <a:moveTo>
                  <a:pt x="95637" y="263136"/>
                </a:moveTo>
                <a:cubicBezTo>
                  <a:pt x="95168" y="264475"/>
                  <a:pt x="96508" y="266015"/>
                  <a:pt x="98517" y="266417"/>
                </a:cubicBezTo>
                <a:cubicBezTo>
                  <a:pt x="100258" y="267087"/>
                  <a:pt x="102267" y="266417"/>
                  <a:pt x="102669" y="265078"/>
                </a:cubicBezTo>
                <a:cubicBezTo>
                  <a:pt x="103071" y="263738"/>
                  <a:pt x="101798" y="262198"/>
                  <a:pt x="99789" y="261595"/>
                </a:cubicBezTo>
                <a:cubicBezTo>
                  <a:pt x="98048" y="261126"/>
                  <a:pt x="96106" y="261796"/>
                  <a:pt x="95637" y="263136"/>
                </a:cubicBezTo>
                <a:close/>
                <a:moveTo>
                  <a:pt x="125239" y="261997"/>
                </a:moveTo>
                <a:cubicBezTo>
                  <a:pt x="123297" y="262466"/>
                  <a:pt x="121957" y="263738"/>
                  <a:pt x="122158" y="265279"/>
                </a:cubicBezTo>
                <a:cubicBezTo>
                  <a:pt x="122359" y="266618"/>
                  <a:pt x="124100" y="267489"/>
                  <a:pt x="126110" y="267020"/>
                </a:cubicBezTo>
                <a:cubicBezTo>
                  <a:pt x="128052" y="266551"/>
                  <a:pt x="129391" y="265279"/>
                  <a:pt x="129190" y="263939"/>
                </a:cubicBezTo>
                <a:cubicBezTo>
                  <a:pt x="128989" y="262667"/>
                  <a:pt x="127181" y="261796"/>
                  <a:pt x="125239" y="261997"/>
                </a:cubicBezTo>
                <a:close/>
                <a:moveTo>
                  <a:pt x="169307" y="5358"/>
                </a:moveTo>
                <a:cubicBezTo>
                  <a:pt x="76416" y="5358"/>
                  <a:pt x="5358" y="75880"/>
                  <a:pt x="5358" y="168771"/>
                </a:cubicBezTo>
                <a:cubicBezTo>
                  <a:pt x="5358" y="243044"/>
                  <a:pt x="52105" y="306601"/>
                  <a:pt x="118876" y="328970"/>
                </a:cubicBezTo>
                <a:cubicBezTo>
                  <a:pt x="127449" y="330510"/>
                  <a:pt x="130463" y="325219"/>
                  <a:pt x="130463" y="320866"/>
                </a:cubicBezTo>
                <a:cubicBezTo>
                  <a:pt x="130463" y="316714"/>
                  <a:pt x="130262" y="293809"/>
                  <a:pt x="130262" y="279745"/>
                </a:cubicBezTo>
                <a:cubicBezTo>
                  <a:pt x="130262" y="279745"/>
                  <a:pt x="83381" y="289791"/>
                  <a:pt x="73536" y="259787"/>
                </a:cubicBezTo>
                <a:cubicBezTo>
                  <a:pt x="73536" y="259787"/>
                  <a:pt x="65901" y="240298"/>
                  <a:pt x="54918" y="235275"/>
                </a:cubicBezTo>
                <a:cubicBezTo>
                  <a:pt x="54918" y="235275"/>
                  <a:pt x="39581" y="224760"/>
                  <a:pt x="55989" y="224961"/>
                </a:cubicBezTo>
                <a:cubicBezTo>
                  <a:pt x="55989" y="224961"/>
                  <a:pt x="72665" y="226301"/>
                  <a:pt x="81841" y="242240"/>
                </a:cubicBezTo>
                <a:cubicBezTo>
                  <a:pt x="96508" y="268092"/>
                  <a:pt x="121087" y="260658"/>
                  <a:pt x="130664" y="256237"/>
                </a:cubicBezTo>
                <a:cubicBezTo>
                  <a:pt x="132204" y="245522"/>
                  <a:pt x="136557" y="238088"/>
                  <a:pt x="141379" y="233668"/>
                </a:cubicBezTo>
                <a:cubicBezTo>
                  <a:pt x="103942" y="229515"/>
                  <a:pt x="66169" y="224091"/>
                  <a:pt x="66169" y="159663"/>
                </a:cubicBezTo>
                <a:cubicBezTo>
                  <a:pt x="66169" y="141245"/>
                  <a:pt x="71259" y="132003"/>
                  <a:pt x="81975" y="120216"/>
                </a:cubicBezTo>
                <a:cubicBezTo>
                  <a:pt x="80233" y="115863"/>
                  <a:pt x="74541" y="97914"/>
                  <a:pt x="83716" y="74741"/>
                </a:cubicBezTo>
                <a:cubicBezTo>
                  <a:pt x="97713" y="70388"/>
                  <a:pt x="129927" y="92824"/>
                  <a:pt x="129927" y="92824"/>
                </a:cubicBezTo>
                <a:cubicBezTo>
                  <a:pt x="143321" y="89074"/>
                  <a:pt x="157721" y="87131"/>
                  <a:pt x="171986" y="87131"/>
                </a:cubicBezTo>
                <a:cubicBezTo>
                  <a:pt x="186251" y="87131"/>
                  <a:pt x="200650" y="89074"/>
                  <a:pt x="214045" y="92824"/>
                </a:cubicBezTo>
                <a:cubicBezTo>
                  <a:pt x="214045" y="92824"/>
                  <a:pt x="246258" y="70321"/>
                  <a:pt x="260256" y="74741"/>
                </a:cubicBezTo>
                <a:cubicBezTo>
                  <a:pt x="269431" y="97981"/>
                  <a:pt x="263738" y="115863"/>
                  <a:pt x="261997" y="120216"/>
                </a:cubicBezTo>
                <a:cubicBezTo>
                  <a:pt x="272713" y="132070"/>
                  <a:pt x="279276" y="141312"/>
                  <a:pt x="279276" y="159663"/>
                </a:cubicBezTo>
                <a:cubicBezTo>
                  <a:pt x="279276" y="224291"/>
                  <a:pt x="239829" y="229448"/>
                  <a:pt x="202391" y="233668"/>
                </a:cubicBezTo>
                <a:cubicBezTo>
                  <a:pt x="208553" y="238958"/>
                  <a:pt x="213777" y="249004"/>
                  <a:pt x="213777" y="264743"/>
                </a:cubicBezTo>
                <a:cubicBezTo>
                  <a:pt x="213777" y="287313"/>
                  <a:pt x="213576" y="315240"/>
                  <a:pt x="213576" y="320732"/>
                </a:cubicBezTo>
                <a:cubicBezTo>
                  <a:pt x="213576" y="325085"/>
                  <a:pt x="216657" y="330376"/>
                  <a:pt x="225162" y="328836"/>
                </a:cubicBezTo>
                <a:cubicBezTo>
                  <a:pt x="292135" y="306601"/>
                  <a:pt x="337542" y="243044"/>
                  <a:pt x="337542" y="168771"/>
                </a:cubicBezTo>
                <a:cubicBezTo>
                  <a:pt x="337542" y="75880"/>
                  <a:pt x="262198" y="5358"/>
                  <a:pt x="169307" y="5358"/>
                </a:cubicBezTo>
                <a:close/>
                <a:moveTo>
                  <a:pt x="70455" y="236347"/>
                </a:moveTo>
                <a:cubicBezTo>
                  <a:pt x="69585" y="237016"/>
                  <a:pt x="69786" y="238557"/>
                  <a:pt x="70924" y="239829"/>
                </a:cubicBezTo>
                <a:cubicBezTo>
                  <a:pt x="71996" y="240901"/>
                  <a:pt x="73536" y="241369"/>
                  <a:pt x="74407" y="240499"/>
                </a:cubicBezTo>
                <a:cubicBezTo>
                  <a:pt x="75277" y="239829"/>
                  <a:pt x="75076" y="238289"/>
                  <a:pt x="73938" y="237016"/>
                </a:cubicBezTo>
                <a:cubicBezTo>
                  <a:pt x="72866" y="235945"/>
                  <a:pt x="71326" y="235476"/>
                  <a:pt x="70455" y="236347"/>
                </a:cubicBezTo>
                <a:close/>
                <a:moveTo>
                  <a:pt x="63222" y="230922"/>
                </a:moveTo>
                <a:cubicBezTo>
                  <a:pt x="62753" y="231792"/>
                  <a:pt x="63423" y="232864"/>
                  <a:pt x="64763" y="233534"/>
                </a:cubicBezTo>
                <a:cubicBezTo>
                  <a:pt x="65834" y="234203"/>
                  <a:pt x="67174" y="234002"/>
                  <a:pt x="67642" y="233065"/>
                </a:cubicBezTo>
                <a:cubicBezTo>
                  <a:pt x="68111" y="232194"/>
                  <a:pt x="67441" y="231123"/>
                  <a:pt x="66102" y="230453"/>
                </a:cubicBezTo>
                <a:cubicBezTo>
                  <a:pt x="64763" y="230051"/>
                  <a:pt x="63691" y="230252"/>
                  <a:pt x="63222" y="230922"/>
                </a:cubicBezTo>
                <a:close/>
                <a:moveTo>
                  <a:pt x="84921" y="254764"/>
                </a:moveTo>
                <a:cubicBezTo>
                  <a:pt x="83850" y="255635"/>
                  <a:pt x="84252" y="257644"/>
                  <a:pt x="85792" y="258916"/>
                </a:cubicBezTo>
                <a:cubicBezTo>
                  <a:pt x="87332" y="260457"/>
                  <a:pt x="89275" y="260658"/>
                  <a:pt x="90145" y="259586"/>
                </a:cubicBezTo>
                <a:cubicBezTo>
                  <a:pt x="91016" y="258715"/>
                  <a:pt x="90614" y="256706"/>
                  <a:pt x="89275" y="255434"/>
                </a:cubicBezTo>
                <a:cubicBezTo>
                  <a:pt x="87801" y="253893"/>
                  <a:pt x="85792" y="253692"/>
                  <a:pt x="84921" y="254764"/>
                </a:cubicBezTo>
                <a:close/>
                <a:moveTo>
                  <a:pt x="77286" y="244919"/>
                </a:moveTo>
                <a:cubicBezTo>
                  <a:pt x="76215" y="245589"/>
                  <a:pt x="76215" y="247330"/>
                  <a:pt x="77286" y="248870"/>
                </a:cubicBezTo>
                <a:cubicBezTo>
                  <a:pt x="78358" y="250411"/>
                  <a:pt x="80166" y="251080"/>
                  <a:pt x="81037" y="250411"/>
                </a:cubicBezTo>
                <a:cubicBezTo>
                  <a:pt x="82108" y="249540"/>
                  <a:pt x="82108" y="247799"/>
                  <a:pt x="81037" y="246258"/>
                </a:cubicBezTo>
                <a:cubicBezTo>
                  <a:pt x="80099" y="244718"/>
                  <a:pt x="78358" y="244048"/>
                  <a:pt x="77286" y="2449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1123950" y="3843338"/>
            <a:ext cx="2143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Açık Kaynak Katkısı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1025" y="4319588"/>
            <a:ext cx="53244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Topluluğa geri verme zamanı. Proje GitHub'da açık kaynak olarak paylaşılacak.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1025" y="5029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85800" y="5143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7"/>
          <p:cNvSpPr/>
          <p:nvPr/>
        </p:nvSpPr>
        <p:spPr>
          <a:xfrm>
            <a:off x="1076325" y="51054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Yıldız bekliyoruz!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76963" y="3629025"/>
            <a:ext cx="5629275" cy="1981200"/>
          </a:xfrm>
          <a:custGeom>
            <a:avLst/>
            <a:gdLst/>
            <a:ahLst/>
            <a:cxnLst/>
            <a:rect l="l" t="t" r="r" b="b"/>
            <a:pathLst>
              <a:path w="5629275" h="1981200">
                <a:moveTo>
                  <a:pt x="114295" y="0"/>
                </a:moveTo>
                <a:lnTo>
                  <a:pt x="5514980" y="0"/>
                </a:lnTo>
                <a:cubicBezTo>
                  <a:pt x="5578061" y="0"/>
                  <a:pt x="5629275" y="51214"/>
                  <a:pt x="5629275" y="114295"/>
                </a:cubicBezTo>
                <a:lnTo>
                  <a:pt x="5629275" y="1866905"/>
                </a:lnTo>
                <a:cubicBezTo>
                  <a:pt x="5629275" y="1929986"/>
                  <a:pt x="5578061" y="1981200"/>
                  <a:pt x="551498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90000"/>
                </a:srgbClr>
              </a:gs>
              <a:gs pos="100000">
                <a:srgbClr val="1E293B">
                  <a:alpha val="70000"/>
                </a:srgbClr>
              </a:gs>
            </a:gsLst>
            <a:lin ang="2700000" scaled="1"/>
          </a:gradFill>
          <a:ln w="1270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15088" y="382428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6915150" y="3843338"/>
            <a:ext cx="1990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Gelecek Özellikler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81750" y="43576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6677025" y="4319588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Entegrasyonu (AWS/Azure)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91275" y="46624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6677025" y="4624388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WAF/IDS Evasion Modülleri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91275" y="49672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9" name="Text 36"/>
          <p:cNvSpPr/>
          <p:nvPr/>
        </p:nvSpPr>
        <p:spPr>
          <a:xfrm>
            <a:off x="6677025" y="4929188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Gelişmiş Raporlama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90525" y="5772150"/>
            <a:ext cx="11410950" cy="857250"/>
          </a:xfrm>
          <a:custGeom>
            <a:avLst/>
            <a:gdLst/>
            <a:ahLst/>
            <a:cxnLst/>
            <a:rect l="l" t="t" r="r" b="b"/>
            <a:pathLst>
              <a:path w="11410950" h="857250">
                <a:moveTo>
                  <a:pt x="114297" y="0"/>
                </a:moveTo>
                <a:lnTo>
                  <a:pt x="11296653" y="0"/>
                </a:lnTo>
                <a:cubicBezTo>
                  <a:pt x="11359735" y="0"/>
                  <a:pt x="11410950" y="51215"/>
                  <a:pt x="11410950" y="114297"/>
                </a:cubicBezTo>
                <a:lnTo>
                  <a:pt x="11410950" y="742953"/>
                </a:lnTo>
                <a:cubicBezTo>
                  <a:pt x="11410950" y="806035"/>
                  <a:pt x="11359735" y="857250"/>
                  <a:pt x="11296653" y="857250"/>
                </a:cubicBezTo>
                <a:lnTo>
                  <a:pt x="114297" y="857250"/>
                </a:lnTo>
                <a:cubicBezTo>
                  <a:pt x="51215" y="857250"/>
                  <a:pt x="0" y="806035"/>
                  <a:pt x="0" y="7429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5000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25400">
            <a:solidFill>
              <a:srgbClr val="F9731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8409" y="60579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2" name="Text 39"/>
          <p:cNvSpPr/>
          <p:nvPr/>
        </p:nvSpPr>
        <p:spPr>
          <a:xfrm>
            <a:off x="1062038" y="6067425"/>
            <a:ext cx="395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"Güvenlik araçları da güvenlik kadar önemlidir."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455275" y="5934075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TriedScan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493375" y="623887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v1.0.0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TriedScan - Dağıtık ve Asenkron Ağ Keşif Motoru</dc:title>
  <dc:subject>TriedScan - Dağıtık ve Asenkron Ağ Keşif Motoru</dc:subject>
  <dc:creator>Kimi</dc:creator>
  <cp:lastModifiedBy>Kimi</cp:lastModifiedBy>
  <cp:revision>1</cp:revision>
  <dcterms:created xsi:type="dcterms:W3CDTF">2026-04-06T19:30:15Z</dcterms:created>
  <dcterms:modified xsi:type="dcterms:W3CDTF">2026-04-06T19:30:15Z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{"Label":"TriedScan - Dağıtık ve Asenkron Ağ Keşif Motoru","ContentProducer":"001191110108MACG2KBH8F10000","ProduceID":"19d6443c-7fd2-8096-8000-00002ef579b7","ReservedCode1":"","ContentPropagator":"001191110108MACG2KBH8F20000","PropagateID":"19d6443c-7fd2-8096-8000-00002ef579b7","ReservedCode2":""}</vt:lpwstr>
  </property>
</Properties>
</file>